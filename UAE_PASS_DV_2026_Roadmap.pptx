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UAE PASS Digital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2026 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0624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0A0A0"/>
                </a:solidFill>
              </a:defRPr>
            </a:pPr>
            <a:r>
              <a:t>Empowering UAE PASS Users and Service Providers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2026 Roadmap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20116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Q1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822960"/>
            <a:ext cx="20116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Q2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822960"/>
            <a:ext cx="20116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Q3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822960"/>
            <a:ext cx="20116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Q4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371600"/>
            <a:ext cx="1097280" cy="960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1920240" cy="256032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Download All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64792"/>
            <a:ext cx="4023360" cy="256032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Auto-Add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066544"/>
            <a:ext cx="1920240" cy="256032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Status Reporting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2468880"/>
            <a:ext cx="109728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60320"/>
            <a:ext cx="192024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Design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862072"/>
            <a:ext cx="192024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Design System Update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163824"/>
            <a:ext cx="402336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Accessibility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3566160"/>
            <a:ext cx="1097280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SERVICE PROVIDER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4023360" cy="25603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Form Filler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4663440"/>
            <a:ext cx="1097280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4754880"/>
            <a:ext cx="192024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Home Page Revamp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056632"/>
            <a:ext cx="402336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Documents List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5358384"/>
            <a:ext cx="402336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UX Enhancements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760720"/>
            <a:ext cx="228600" cy="228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57607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Product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5760720"/>
            <a:ext cx="2286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57607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5760720"/>
            <a:ext cx="22860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57607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Service Provider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5760720"/>
            <a:ext cx="228600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57607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E0E0"/>
                </a:solidFill>
              </a:defRPr>
            </a:pPr>
            <a:r>
              <a:t>Core Document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27432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31720" y="1371600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Download All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Enable users to download all their issued documents from DV for offline access and personal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7ACC"/>
                </a:solidFill>
              </a:defRPr>
            </a:pPr>
            <a:r>
              <a:t>For: UAE PASS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80160"/>
            <a:ext cx="27432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1371600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Q1-Q2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Auto-Add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One-time consent allowing DV to periodically check and auto-add new or updated documents from issuers. Streamlines document collection.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23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7ACC"/>
                </a:solidFill>
              </a:defRPr>
            </a:pPr>
            <a:r>
              <a:t>For: UAE PASS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280160"/>
            <a:ext cx="27432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Dual Citizenship 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Complete Primary/Secondary EID handling for dual citizens, with full EN/AR support and edge case handling.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23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7ACC"/>
                </a:solidFill>
              </a:defRPr>
            </a:pPr>
            <a:r>
              <a:t>For: UAE PASS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E0E0"/>
                </a:solidFill>
              </a:defRPr>
            </a:pPr>
            <a:r>
              <a:t>Analytics &amp;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4114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03320" y="1371600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Status-Based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Deploy 23-status-code tracking system for accurate measurement of all sharing requests. Foundation for optimization and insights.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7ACC"/>
                </a:solidFill>
              </a:defRPr>
            </a:pPr>
            <a:r>
              <a:t>For: Service Providers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80160"/>
            <a:ext cx="4114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User Behavior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6916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Select and integrate analytics tool (UXCam/Firebase) to enable data-driven optimization, session replay, and Real User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317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7ACC"/>
                </a:solidFill>
              </a:defRPr>
            </a:pPr>
            <a:r>
              <a:t>For: UAE PASS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E0E0"/>
                </a:solidFill>
              </a:defRPr>
            </a:pPr>
            <a:r>
              <a:t>Advanced Sharing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4114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03320" y="1371600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Q3-Q4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Consent Sharing (Third Party)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Enable sharing of third-party data through a robust consent mechanism. Expands data sharing possibilities while maintaining user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7ACC"/>
                </a:solidFill>
              </a:defRPr>
            </a:pPr>
            <a:r>
              <a:t>For: Service Providers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80160"/>
            <a:ext cx="4114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640080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Physical Document Sharing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6916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Enable sharing of physical document representations or verified copies for scenarios requiring tangible documentation.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317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7ACC"/>
                </a:solidFill>
              </a:defRPr>
            </a:pPr>
            <a:r>
              <a:t>For: Service Providers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Design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E0E0"/>
                </a:solidFill>
              </a:defRPr>
            </a:pPr>
            <a:r>
              <a:t>Visual &amp; Accessibility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27432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31720" y="1371600"/>
            <a:ext cx="640080" cy="2286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Design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Comprehensive audit of current design patterns to identify improvement areas and establish baseline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B5CF6"/>
                </a:solidFill>
              </a:defRPr>
            </a:pPr>
            <a:r>
              <a:t>For: UAE PASS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80160"/>
            <a:ext cx="27432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1371600"/>
            <a:ext cx="640080" cy="2286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Design System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Update and maintain the DV design system for consistency across all platforms and touchpoints.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23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B5CF6"/>
                </a:solidFill>
              </a:defRPr>
            </a:pPr>
            <a:r>
              <a:t>For: UAE PASS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280160"/>
            <a:ext cx="27432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640080" cy="2286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Q2-Q3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Accessibility Enhancement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Improve accessibility compliance (WCAG) across the application to ensure inclusive access for all users.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23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B5CF6"/>
                </a:solidFill>
              </a:defRPr>
            </a:pPr>
            <a:r>
              <a:t>For: UAE PASS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Service Provider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E0E0"/>
                </a:solidFill>
              </a:defRPr>
            </a:pPr>
            <a:r>
              <a:t>Integration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45720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640080" cy="2286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Q1-Q2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Form Filler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05740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Auto-fill forms using stored document data to streamline user workflows. Reduces manual data entry and errors while improving completion rates for service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718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14B8A6"/>
                </a:solidFill>
              </a:defRPr>
            </a:pPr>
            <a:r>
              <a:t>For: Service Providers, UAE PASS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Key Benefits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  Reduced form completion time for users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  Higher conversion rates for service providers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  Decreased data entry errors</a:t>
            </a:r>
          </a:p>
          <a:p>
            <a:pPr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  Seamless integration with existing SP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UX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E0E0"/>
                </a:solidFill>
              </a:defRPr>
            </a:pPr>
            <a:r>
              <a:t>User Experience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27432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31720" y="1371600"/>
            <a:ext cx="640080" cy="2286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Home Page Revamp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Redesign the DV home page for improved user experience, engagement, and easier access to key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97316"/>
                </a:solidFill>
              </a:defRPr>
            </a:pPr>
            <a:r>
              <a:t>For: UAE PASS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80160"/>
            <a:ext cx="27432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1371600"/>
            <a:ext cx="640080" cy="2286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Q1-Q2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Documents List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UI/UX enhancements for documents list view including improved navigation, filtering, and visual hierarchy.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23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97316"/>
                </a:solidFill>
              </a:defRPr>
            </a:pPr>
            <a:r>
              <a:t>For: UAE PASS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280160"/>
            <a:ext cx="27432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640080" cy="2286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Q2-Q3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UX Enhancements Bundle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Additional UI/UX improvements based on user feedback and analytics insights to optimize the overall experience.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231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97316"/>
                </a:solidFill>
              </a:defRPr>
            </a:pPr>
            <a:r>
              <a:t>For: UAE PASS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UX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E0E0"/>
                </a:solidFill>
              </a:defRPr>
            </a:pPr>
            <a:r>
              <a:t>Critical Flow Redesigns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41148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03320" y="1371600"/>
            <a:ext cx="640080" cy="2286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Document Request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Redesign the document request flow for improved clarity and reduced friction. Focus on guiding users through the process efficiently.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97316"/>
                </a:solidFill>
              </a:defRPr>
            </a:pPr>
            <a:r>
              <a:t>For: UAE PASS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80160"/>
            <a:ext cx="411480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640080" cy="2286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Q3-Q4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Document Sharing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6916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Redesign document sharing flow to increase success rates and reduce drop-offs. Address consent screen and flow optimization.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423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97316"/>
                </a:solidFill>
              </a:defRPr>
            </a:pPr>
            <a:r>
              <a:t>For: UAE PASS Users, Service Providers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2026 Roadmap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ACC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2560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ACC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560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ACC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200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Quarters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 Focus Areas for 2026</a:t>
            </a:r>
          </a:p>
          <a:p>
            <a:pPr algn="ctr">
              <a:spcBef>
                <a:spcPts val="800"/>
              </a:spcBef>
              <a:defRPr sz="1400">
                <a:solidFill>
                  <a:srgbClr val="C0C0C0"/>
                </a:solidFill>
              </a:defRPr>
            </a:pPr>
            <a:r>
              <a:t>Enhanced document management and accessibility</a:t>
            </a:r>
          </a:p>
          <a:p>
            <a:pPr algn="ctr">
              <a:spcBef>
                <a:spcPts val="800"/>
              </a:spcBef>
              <a:defRPr sz="1400">
                <a:solidFill>
                  <a:srgbClr val="C0C0C0"/>
                </a:solidFill>
              </a:defRPr>
            </a:pPr>
            <a:r>
              <a:t>Improved sharing flows and conversion rates</a:t>
            </a:r>
          </a:p>
          <a:p>
            <a:pPr algn="ctr">
              <a:spcBef>
                <a:spcPts val="800"/>
              </a:spcBef>
              <a:defRPr sz="1400">
                <a:solidFill>
                  <a:srgbClr val="C0C0C0"/>
                </a:solidFill>
              </a:defRPr>
            </a:pPr>
            <a:r>
              <a:t>Comprehensive design system and accessibility compliance</a:t>
            </a:r>
          </a:p>
          <a:p>
            <a:pPr algn="ctr">
              <a:spcBef>
                <a:spcPts val="800"/>
              </a:spcBef>
              <a:defRPr sz="1400">
                <a:solidFill>
                  <a:srgbClr val="C0C0C0"/>
                </a:solidFill>
              </a:defRPr>
            </a:pPr>
            <a:r>
              <a:t>Data-driven optimization with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