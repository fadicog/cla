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134806773" r:id="rId6"/>
    <p:sldId id="2134806788" r:id="rId7"/>
    <p:sldId id="2134806787" r:id="rId8"/>
    <p:sldId id="2134806798" r:id="rId9"/>
    <p:sldId id="2134807000" r:id="rId10"/>
    <p:sldId id="2134806851" r:id="rId11"/>
    <p:sldId id="2134806901" r:id="rId12"/>
    <p:sldId id="2134806939" r:id="rId13"/>
    <p:sldId id="2134806995" r:id="rId14"/>
    <p:sldId id="2134806985" r:id="rId15"/>
    <p:sldId id="2134806986" r:id="rId16"/>
    <p:sldId id="213480692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A0FF0E-7100-D379-9F63-B5BED893821A}" name="Kumar, Abhishek (Cognizant)" initials="" userId="S::251874@cognizant.com::d99a8aef-a45e-49b7-aab5-87d61582cdbb" providerId="AD"/>
  <p188:author id="{C539A94A-F8EA-1A68-59E9-263DC8EF7B96}" name="Bhuyan, Shradhasuman (Cognizant)" initials="" userId="S::2051489@cognizant.com::f5df8a98-5f21-4010-9867-8a2b128a53c0" providerId="AD"/>
  <p188:author id="{59ED7B5E-5D75-6767-5975-7D2E22497AED}" name="Chanda, Hindole (Cognizant)" initials="C(" userId="S::149821@cognizant.com::2a3e4623-aacc-49e8-8107-557bf76d6c1a" providerId="AD"/>
  <p188:author id="{146E077C-E73E-1528-1F34-D5B9F8D4335C}" name="Basu, Dwaipayan(Cognizant)" initials="" userId="S::113835@cognizant.com::a7a3a6c7-5710-4b6b-94a2-d3317798545b" providerId="AD"/>
  <p188:author id="{983442EE-31F5-6889-761E-CCA357D7D049}" name="T, Sathish kumar (Cognizant)" initials="" userId="S::487684@cognizant.com::32dec87d-1e73-45ac-bdec-0d7d9e6e5e40" providerId="AD"/>
  <p188:author id="{79037AF5-96F0-9FBC-90AF-CFE277DD1C45}" name="Shnoudi, Zaid (Cognizant)" initials="SZ(" userId="S::2098452@cognizant.com::470831b2-da02-4eb8-961c-d5f5827aeb4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noudi, Zaid (Cognizant)" initials="SZ(" lastIdx="2" clrIdx="0">
    <p:extLst>
      <p:ext uri="{19B8F6BF-5375-455C-9EA6-DF929625EA0E}">
        <p15:presenceInfo xmlns:p15="http://schemas.microsoft.com/office/powerpoint/2012/main" userId="S::2098452@cognizant.com::470831b2-da02-4eb8-961c-d5f5827aeb49" providerId="AD"/>
      </p:ext>
    </p:extLst>
  </p:cmAuthor>
  <p:cmAuthor id="2" name="Arun Shaji" initials="AS" lastIdx="4" clrIdx="1">
    <p:extLst>
      <p:ext uri="{19B8F6BF-5375-455C-9EA6-DF929625EA0E}">
        <p15:presenceInfo xmlns:p15="http://schemas.microsoft.com/office/powerpoint/2012/main" userId="S-1-5-21-1269000686-2003822997-3531399148-1171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99"/>
    <a:srgbClr val="E2F0D9"/>
    <a:srgbClr val="01A36A"/>
    <a:srgbClr val="00764C"/>
    <a:srgbClr val="00DC8D"/>
    <a:srgbClr val="FFFFFF"/>
    <a:srgbClr val="0563C1"/>
    <a:srgbClr val="F2F2F2"/>
    <a:srgbClr val="7F7F7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FAB5FA-969A-C1B6-060C-523B76156278}" v="10" dt="2026-03-25T06:52:06.515"/>
    <p1510:client id="{EDEFCD0D-28B3-BD64-8411-D22908C00C18}" v="2761" dt="2026-03-25T05:02:11.421"/>
    <p1510:client id="{F0488727-A0BB-424A-AB58-FA88F4363E0C}" v="39" dt="2026-03-25T07:02:16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97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taha, Fadi (Cognizant)" userId="9bd5dfcd-e5e8-4a43-abe1-fd9aba70f814" providerId="ADAL" clId="{64024689-F477-4321-BB1B-254BF7B26ADB}"/>
    <pc:docChg chg="undo redo custSel addSld delSld modSld sldOrd">
      <pc:chgData name="Bataha, Fadi (Cognizant)" userId="9bd5dfcd-e5e8-4a43-abe1-fd9aba70f814" providerId="ADAL" clId="{64024689-F477-4321-BB1B-254BF7B26ADB}" dt="2026-03-25T07:02:16.210" v="571" actId="20577"/>
      <pc:docMkLst>
        <pc:docMk/>
      </pc:docMkLst>
      <pc:sldChg chg="modSp mod">
        <pc:chgData name="Bataha, Fadi (Cognizant)" userId="9bd5dfcd-e5e8-4a43-abe1-fd9aba70f814" providerId="ADAL" clId="{64024689-F477-4321-BB1B-254BF7B26ADB}" dt="2026-03-25T07:01:52.729" v="562" actId="1076"/>
        <pc:sldMkLst>
          <pc:docMk/>
          <pc:sldMk cId="1495771960" sldId="256"/>
        </pc:sldMkLst>
        <pc:spChg chg="mod">
          <ac:chgData name="Bataha, Fadi (Cognizant)" userId="9bd5dfcd-e5e8-4a43-abe1-fd9aba70f814" providerId="ADAL" clId="{64024689-F477-4321-BB1B-254BF7B26ADB}" dt="2026-03-25T07:01:52.729" v="562" actId="1076"/>
          <ac:spMkLst>
            <pc:docMk/>
            <pc:sldMk cId="1495771960" sldId="256"/>
            <ac:spMk id="2" creationId="{00000000-0000-0000-0000-000000000000}"/>
          </ac:spMkLst>
        </pc:spChg>
        <pc:spChg chg="mod">
          <ac:chgData name="Bataha, Fadi (Cognizant)" userId="9bd5dfcd-e5e8-4a43-abe1-fd9aba70f814" providerId="ADAL" clId="{64024689-F477-4321-BB1B-254BF7B26ADB}" dt="2026-03-24T11:17:18.984" v="510"/>
          <ac:spMkLst>
            <pc:docMk/>
            <pc:sldMk cId="1495771960" sldId="256"/>
            <ac:spMk id="48" creationId="{00000000-0000-0000-0000-000000000000}"/>
          </ac:spMkLst>
        </pc:spChg>
      </pc:sldChg>
      <pc:sldChg chg="modSp mod">
        <pc:chgData name="Bataha, Fadi (Cognizant)" userId="9bd5dfcd-e5e8-4a43-abe1-fd9aba70f814" providerId="ADAL" clId="{64024689-F477-4321-BB1B-254BF7B26ADB}" dt="2026-03-24T11:17:18.984" v="510"/>
        <pc:sldMkLst>
          <pc:docMk/>
          <pc:sldMk cId="2077037254" sldId="2134806773"/>
        </pc:sldMkLst>
        <pc:spChg chg="mod">
          <ac:chgData name="Bataha, Fadi (Cognizant)" userId="9bd5dfcd-e5e8-4a43-abe1-fd9aba70f814" providerId="ADAL" clId="{64024689-F477-4321-BB1B-254BF7B26ADB}" dt="2026-03-24T11:17:18.984" v="510"/>
          <ac:spMkLst>
            <pc:docMk/>
            <pc:sldMk cId="2077037254" sldId="2134806773"/>
            <ac:spMk id="7" creationId="{052D5B70-6E18-7D9F-7F79-38BB80E060D0}"/>
          </ac:spMkLst>
        </pc:spChg>
        <pc:spChg chg="mod">
          <ac:chgData name="Bataha, Fadi (Cognizant)" userId="9bd5dfcd-e5e8-4a43-abe1-fd9aba70f814" providerId="ADAL" clId="{64024689-F477-4321-BB1B-254BF7B26ADB}" dt="2026-03-24T11:17:18.984" v="510"/>
          <ac:spMkLst>
            <pc:docMk/>
            <pc:sldMk cId="2077037254" sldId="2134806773"/>
            <ac:spMk id="8" creationId="{A0032F78-CD42-B75E-B368-C31124B909C9}"/>
          </ac:spMkLst>
        </pc:spChg>
      </pc:sldChg>
      <pc:sldChg chg="addSp delSp modSp mod">
        <pc:chgData name="Bataha, Fadi (Cognizant)" userId="9bd5dfcd-e5e8-4a43-abe1-fd9aba70f814" providerId="ADAL" clId="{64024689-F477-4321-BB1B-254BF7B26ADB}" dt="2026-03-24T11:18:06.772" v="513"/>
        <pc:sldMkLst>
          <pc:docMk/>
          <pc:sldMk cId="2278242290" sldId="2134806787"/>
        </pc:sldMkLst>
        <pc:spChg chg="mod">
          <ac:chgData name="Bataha, Fadi (Cognizant)" userId="9bd5dfcd-e5e8-4a43-abe1-fd9aba70f814" providerId="ADAL" clId="{64024689-F477-4321-BB1B-254BF7B26ADB}" dt="2026-03-24T11:18:06.772" v="513"/>
          <ac:spMkLst>
            <pc:docMk/>
            <pc:sldMk cId="2278242290" sldId="2134806787"/>
            <ac:spMk id="8" creationId="{63778095-2349-83F5-6D9B-30C232E51392}"/>
          </ac:spMkLst>
        </pc:spChg>
        <pc:spChg chg="mod">
          <ac:chgData name="Bataha, Fadi (Cognizant)" userId="9bd5dfcd-e5e8-4a43-abe1-fd9aba70f814" providerId="ADAL" clId="{64024689-F477-4321-BB1B-254BF7B26ADB}" dt="2026-03-10T11:12:33.272" v="455"/>
          <ac:spMkLst>
            <pc:docMk/>
            <pc:sldMk cId="2278242290" sldId="2134806787"/>
            <ac:spMk id="13" creationId="{7BCB10D9-D352-D140-E6A2-F847F75B2596}"/>
          </ac:spMkLst>
        </pc:spChg>
        <pc:spChg chg="add mod">
          <ac:chgData name="Bataha, Fadi (Cognizant)" userId="9bd5dfcd-e5e8-4a43-abe1-fd9aba70f814" providerId="ADAL" clId="{64024689-F477-4321-BB1B-254BF7B26ADB}" dt="2026-03-24T11:17:48.455" v="511"/>
          <ac:spMkLst>
            <pc:docMk/>
            <pc:sldMk cId="2278242290" sldId="2134806787"/>
            <ac:spMk id="16" creationId="{16092D77-9C73-210C-E642-DC90421A5A17}"/>
          </ac:spMkLst>
        </pc:spChg>
      </pc:sldChg>
      <pc:sldChg chg="modSp">
        <pc:chgData name="Bataha, Fadi (Cognizant)" userId="9bd5dfcd-e5e8-4a43-abe1-fd9aba70f814" providerId="ADAL" clId="{64024689-F477-4321-BB1B-254BF7B26ADB}" dt="2026-03-24T11:17:18.984" v="510"/>
        <pc:sldMkLst>
          <pc:docMk/>
          <pc:sldMk cId="3917185538" sldId="2134806788"/>
        </pc:sldMkLst>
        <pc:spChg chg="mod">
          <ac:chgData name="Bataha, Fadi (Cognizant)" userId="9bd5dfcd-e5e8-4a43-abe1-fd9aba70f814" providerId="ADAL" clId="{64024689-F477-4321-BB1B-254BF7B26ADB}" dt="2026-03-24T11:17:18.984" v="510"/>
          <ac:spMkLst>
            <pc:docMk/>
            <pc:sldMk cId="3917185538" sldId="2134806788"/>
            <ac:spMk id="46" creationId="{00000000-0000-0000-0000-000000000000}"/>
          </ac:spMkLst>
        </pc:spChg>
      </pc:sldChg>
      <pc:sldChg chg="modSp">
        <pc:chgData name="Bataha, Fadi (Cognizant)" userId="9bd5dfcd-e5e8-4a43-abe1-fd9aba70f814" providerId="ADAL" clId="{64024689-F477-4321-BB1B-254BF7B26ADB}" dt="2026-03-24T11:17:48.455" v="511"/>
        <pc:sldMkLst>
          <pc:docMk/>
          <pc:sldMk cId="4218718844" sldId="2134806798"/>
        </pc:sldMkLst>
        <pc:spChg chg="mod">
          <ac:chgData name="Bataha, Fadi (Cognizant)" userId="9bd5dfcd-e5e8-4a43-abe1-fd9aba70f814" providerId="ADAL" clId="{64024689-F477-4321-BB1B-254BF7B26ADB}" dt="2026-03-24T11:17:48.455" v="511"/>
          <ac:spMkLst>
            <pc:docMk/>
            <pc:sldMk cId="4218718844" sldId="2134806798"/>
            <ac:spMk id="46" creationId="{00000000-0000-0000-0000-000000000000}"/>
          </ac:spMkLst>
        </pc:spChg>
      </pc:sldChg>
      <pc:sldChg chg="modSp mod">
        <pc:chgData name="Bataha, Fadi (Cognizant)" userId="9bd5dfcd-e5e8-4a43-abe1-fd9aba70f814" providerId="ADAL" clId="{64024689-F477-4321-BB1B-254BF7B26ADB}" dt="2026-03-24T11:17:18.984" v="510"/>
        <pc:sldMkLst>
          <pc:docMk/>
          <pc:sldMk cId="2567345962" sldId="2134806851"/>
        </pc:sldMkLst>
        <pc:spChg chg="mod">
          <ac:chgData name="Bataha, Fadi (Cognizant)" userId="9bd5dfcd-e5e8-4a43-abe1-fd9aba70f814" providerId="ADAL" clId="{64024689-F477-4321-BB1B-254BF7B26ADB}" dt="2026-03-24T11:17:18.984" v="510"/>
          <ac:spMkLst>
            <pc:docMk/>
            <pc:sldMk cId="2567345962" sldId="2134806851"/>
            <ac:spMk id="46" creationId="{00000000-0000-0000-0000-000000000000}"/>
          </ac:spMkLst>
        </pc:spChg>
      </pc:sldChg>
      <pc:sldChg chg="modSp mod">
        <pc:chgData name="Bataha, Fadi (Cognizant)" userId="9bd5dfcd-e5e8-4a43-abe1-fd9aba70f814" providerId="ADAL" clId="{64024689-F477-4321-BB1B-254BF7B26ADB}" dt="2026-03-25T07:02:16.210" v="571" actId="20577"/>
        <pc:sldMkLst>
          <pc:docMk/>
          <pc:sldMk cId="1265696318" sldId="2134806897"/>
        </pc:sldMkLst>
        <pc:spChg chg="mod">
          <ac:chgData name="Bataha, Fadi (Cognizant)" userId="9bd5dfcd-e5e8-4a43-abe1-fd9aba70f814" providerId="ADAL" clId="{64024689-F477-4321-BB1B-254BF7B26ADB}" dt="2026-03-25T07:02:16.210" v="571" actId="20577"/>
          <ac:spMkLst>
            <pc:docMk/>
            <pc:sldMk cId="1265696318" sldId="2134806897"/>
            <ac:spMk id="46" creationId="{00000000-0000-0000-0000-000000000000}"/>
          </ac:spMkLst>
        </pc:spChg>
      </pc:sldChg>
      <pc:sldChg chg="modSp mod">
        <pc:chgData name="Bataha, Fadi (Cognizant)" userId="9bd5dfcd-e5e8-4a43-abe1-fd9aba70f814" providerId="ADAL" clId="{64024689-F477-4321-BB1B-254BF7B26ADB}" dt="2026-03-24T11:38:33.726" v="558"/>
        <pc:sldMkLst>
          <pc:docMk/>
          <pc:sldMk cId="605493612" sldId="2134806901"/>
        </pc:sldMkLst>
        <pc:graphicFrameChg chg="mod modGraphic">
          <ac:chgData name="Bataha, Fadi (Cognizant)" userId="9bd5dfcd-e5e8-4a43-abe1-fd9aba70f814" providerId="ADAL" clId="{64024689-F477-4321-BB1B-254BF7B26ADB}" dt="2026-03-24T11:38:33.726" v="558"/>
          <ac:graphicFrameMkLst>
            <pc:docMk/>
            <pc:sldMk cId="605493612" sldId="2134806901"/>
            <ac:graphicFrameMk id="9" creationId="{FFBE3351-0356-E65E-4729-E1D9B518453C}"/>
          </ac:graphicFrameMkLst>
        </pc:graphicFrameChg>
      </pc:sldChg>
      <pc:sldChg chg="modSp mod">
        <pc:chgData name="Bataha, Fadi (Cognizant)" userId="9bd5dfcd-e5e8-4a43-abe1-fd9aba70f814" providerId="ADAL" clId="{64024689-F477-4321-BB1B-254BF7B26ADB}" dt="2026-03-24T11:32:50.882" v="537" actId="20577"/>
        <pc:sldMkLst>
          <pc:docMk/>
          <pc:sldMk cId="3385212609" sldId="2134806939"/>
        </pc:sldMkLst>
        <pc:spChg chg="mod">
          <ac:chgData name="Bataha, Fadi (Cognizant)" userId="9bd5dfcd-e5e8-4a43-abe1-fd9aba70f814" providerId="ADAL" clId="{64024689-F477-4321-BB1B-254BF7B26ADB}" dt="2026-03-24T11:32:50.882" v="537" actId="20577"/>
          <ac:spMkLst>
            <pc:docMk/>
            <pc:sldMk cId="3385212609" sldId="2134806939"/>
            <ac:spMk id="46" creationId="{49D3560D-0E58-0DD2-3261-0797A8F4B7BD}"/>
          </ac:spMkLst>
        </pc:spChg>
      </pc:sldChg>
      <pc:sldChg chg="modSp add mod">
        <pc:chgData name="Bataha, Fadi (Cognizant)" userId="9bd5dfcd-e5e8-4a43-abe1-fd9aba70f814" providerId="ADAL" clId="{64024689-F477-4321-BB1B-254BF7B26ADB}" dt="2026-03-24T11:17:18.984" v="510"/>
        <pc:sldMkLst>
          <pc:docMk/>
          <pc:sldMk cId="1699952729" sldId="2134806985"/>
        </pc:sldMkLst>
        <pc:spChg chg="mod">
          <ac:chgData name="Bataha, Fadi (Cognizant)" userId="9bd5dfcd-e5e8-4a43-abe1-fd9aba70f814" providerId="ADAL" clId="{64024689-F477-4321-BB1B-254BF7B26ADB}" dt="2026-03-24T11:17:18.984" v="510"/>
          <ac:spMkLst>
            <pc:docMk/>
            <pc:sldMk cId="1699952729" sldId="2134806985"/>
            <ac:spMk id="46" creationId="{71E41F2C-E8AB-5BB0-B24D-67E78A4EC210}"/>
          </ac:spMkLst>
        </pc:spChg>
      </pc:sldChg>
      <pc:sldChg chg="modSp mod">
        <pc:chgData name="Bataha, Fadi (Cognizant)" userId="9bd5dfcd-e5e8-4a43-abe1-fd9aba70f814" providerId="ADAL" clId="{64024689-F477-4321-BB1B-254BF7B26ADB}" dt="2026-03-24T11:38:21.294" v="554" actId="20577"/>
        <pc:sldMkLst>
          <pc:docMk/>
          <pc:sldMk cId="2368361501" sldId="2134806986"/>
        </pc:sldMkLst>
        <pc:spChg chg="mod">
          <ac:chgData name="Bataha, Fadi (Cognizant)" userId="9bd5dfcd-e5e8-4a43-abe1-fd9aba70f814" providerId="ADAL" clId="{64024689-F477-4321-BB1B-254BF7B26ADB}" dt="2026-03-10T11:12:33.272" v="455"/>
          <ac:spMkLst>
            <pc:docMk/>
            <pc:sldMk cId="2368361501" sldId="2134806986"/>
            <ac:spMk id="3" creationId="{82548CF0-789A-6F73-C142-79E315B6F109}"/>
          </ac:spMkLst>
        </pc:spChg>
        <pc:graphicFrameChg chg="mod modGraphic">
          <ac:chgData name="Bataha, Fadi (Cognizant)" userId="9bd5dfcd-e5e8-4a43-abe1-fd9aba70f814" providerId="ADAL" clId="{64024689-F477-4321-BB1B-254BF7B26ADB}" dt="2026-03-24T11:38:21.294" v="554" actId="20577"/>
          <ac:graphicFrameMkLst>
            <pc:docMk/>
            <pc:sldMk cId="2368361501" sldId="2134806986"/>
            <ac:graphicFrameMk id="9" creationId="{791A89C3-29E5-E41A-9D21-A86CD990E17B}"/>
          </ac:graphicFrameMkLst>
        </pc:graphicFrameChg>
      </pc:sldChg>
      <pc:sldChg chg="modSp add mod">
        <pc:chgData name="Bataha, Fadi (Cognizant)" userId="9bd5dfcd-e5e8-4a43-abe1-fd9aba70f814" providerId="ADAL" clId="{64024689-F477-4321-BB1B-254BF7B26ADB}" dt="2026-03-24T11:38:43.792" v="561"/>
        <pc:sldMkLst>
          <pc:docMk/>
          <pc:sldMk cId="2146166606" sldId="2134806995"/>
        </pc:sldMkLst>
        <pc:spChg chg="mod">
          <ac:chgData name="Bataha, Fadi (Cognizant)" userId="9bd5dfcd-e5e8-4a43-abe1-fd9aba70f814" providerId="ADAL" clId="{64024689-F477-4321-BB1B-254BF7B26ADB}" dt="2026-03-24T11:33:01.657" v="540" actId="20577"/>
          <ac:spMkLst>
            <pc:docMk/>
            <pc:sldMk cId="2146166606" sldId="2134806995"/>
            <ac:spMk id="3" creationId="{FFD4C538-F6F5-5A68-9ACD-75B440250349}"/>
          </ac:spMkLst>
        </pc:spChg>
        <pc:graphicFrameChg chg="mod modGraphic">
          <ac:chgData name="Bataha, Fadi (Cognizant)" userId="9bd5dfcd-e5e8-4a43-abe1-fd9aba70f814" providerId="ADAL" clId="{64024689-F477-4321-BB1B-254BF7B26ADB}" dt="2026-03-24T11:38:43.792" v="561"/>
          <ac:graphicFrameMkLst>
            <pc:docMk/>
            <pc:sldMk cId="2146166606" sldId="2134806995"/>
            <ac:graphicFrameMk id="7" creationId="{712625F4-F323-FDA2-0E80-57805CF5110A}"/>
          </ac:graphicFrameMkLst>
        </pc:graphicFrameChg>
      </pc:sldChg>
      <pc:sldChg chg="modSp add del mod">
        <pc:chgData name="Bataha, Fadi (Cognizant)" userId="9bd5dfcd-e5e8-4a43-abe1-fd9aba70f814" providerId="ADAL" clId="{64024689-F477-4321-BB1B-254BF7B26ADB}" dt="2026-03-24T11:38:37.219" v="559" actId="2696"/>
        <pc:sldMkLst>
          <pc:docMk/>
          <pc:sldMk cId="3987138586" sldId="2134806997"/>
        </pc:sldMkLst>
        <pc:graphicFrameChg chg="mod modGraphic">
          <ac:chgData name="Bataha, Fadi (Cognizant)" userId="9bd5dfcd-e5e8-4a43-abe1-fd9aba70f814" providerId="ADAL" clId="{64024689-F477-4321-BB1B-254BF7B26ADB}" dt="2026-03-24T11:38:31.496" v="557" actId="21"/>
          <ac:graphicFrameMkLst>
            <pc:docMk/>
            <pc:sldMk cId="3987138586" sldId="2134806997"/>
            <ac:graphicFrameMk id="9" creationId="{4344D063-21DB-7AAE-BE33-F198D77401DE}"/>
          </ac:graphicFrameMkLst>
        </pc:graphicFrameChg>
      </pc:sldChg>
      <pc:sldChg chg="modSp mod">
        <pc:chgData name="Bataha, Fadi (Cognizant)" userId="9bd5dfcd-e5e8-4a43-abe1-fd9aba70f814" providerId="ADAL" clId="{64024689-F477-4321-BB1B-254BF7B26ADB}" dt="2026-03-24T11:18:29.193" v="514" actId="2164"/>
        <pc:sldMkLst>
          <pc:docMk/>
          <pc:sldMk cId="1178466603" sldId="2134807000"/>
        </pc:sldMkLst>
        <pc:spChg chg="mod">
          <ac:chgData name="Bataha, Fadi (Cognizant)" userId="9bd5dfcd-e5e8-4a43-abe1-fd9aba70f814" providerId="ADAL" clId="{64024689-F477-4321-BB1B-254BF7B26ADB}" dt="2026-03-24T11:17:48.455" v="511"/>
          <ac:spMkLst>
            <pc:docMk/>
            <pc:sldMk cId="1178466603" sldId="2134807000"/>
            <ac:spMk id="3" creationId="{B2E46C1E-B73B-9A41-F6B3-0DF0A02B7DF8}"/>
          </ac:spMkLst>
        </pc:spChg>
        <pc:graphicFrameChg chg="modGraphic">
          <ac:chgData name="Bataha, Fadi (Cognizant)" userId="9bd5dfcd-e5e8-4a43-abe1-fd9aba70f814" providerId="ADAL" clId="{64024689-F477-4321-BB1B-254BF7B26ADB}" dt="2026-03-24T11:18:29.193" v="514" actId="2164"/>
          <ac:graphicFrameMkLst>
            <pc:docMk/>
            <pc:sldMk cId="1178466603" sldId="2134807000"/>
            <ac:graphicFrameMk id="7" creationId="{B7D68E4E-C3BF-4655-660C-9CA45A42FF45}"/>
          </ac:graphicFrameMkLst>
        </pc:graphicFrameChg>
      </pc:sldChg>
      <pc:sldChg chg="modSp mod">
        <pc:chgData name="Bataha, Fadi (Cognizant)" userId="9bd5dfcd-e5e8-4a43-abe1-fd9aba70f814" providerId="ADAL" clId="{64024689-F477-4321-BB1B-254BF7B26ADB}" dt="2026-03-24T11:18:37.368" v="515" actId="2164"/>
        <pc:sldMkLst>
          <pc:docMk/>
          <pc:sldMk cId="534336141" sldId="2134807001"/>
        </pc:sldMkLst>
        <pc:spChg chg="mod">
          <ac:chgData name="Bataha, Fadi (Cognizant)" userId="9bd5dfcd-e5e8-4a43-abe1-fd9aba70f814" providerId="ADAL" clId="{64024689-F477-4321-BB1B-254BF7B26ADB}" dt="2026-03-24T11:17:48.455" v="511"/>
          <ac:spMkLst>
            <pc:docMk/>
            <pc:sldMk cId="534336141" sldId="2134807001"/>
            <ac:spMk id="3" creationId="{F1B67F20-E993-3CA6-55E4-FABE63B48C2C}"/>
          </ac:spMkLst>
        </pc:spChg>
        <pc:graphicFrameChg chg="modGraphic">
          <ac:chgData name="Bataha, Fadi (Cognizant)" userId="9bd5dfcd-e5e8-4a43-abe1-fd9aba70f814" providerId="ADAL" clId="{64024689-F477-4321-BB1B-254BF7B26ADB}" dt="2026-03-24T11:18:37.368" v="515" actId="2164"/>
          <ac:graphicFrameMkLst>
            <pc:docMk/>
            <pc:sldMk cId="534336141" sldId="2134807001"/>
            <ac:graphicFrameMk id="7" creationId="{6A895961-28EA-50CC-20B8-E313191D594A}"/>
          </ac:graphicFrameMkLst>
        </pc:graphicFrameChg>
      </pc:sldChg>
    </pc:docChg>
  </pc:docChgLst>
  <pc:docChgLst>
    <pc:chgData name="Chanda, Hindole (Cognizant)" userId="S::149821@cognizant.com::2a3e4623-aacc-49e8-8107-557bf76d6c1a" providerId="AD" clId="Web-{EDEFCD0D-28B3-BD64-8411-D22908C00C18}"/>
    <pc:docChg chg="modSld">
      <pc:chgData name="Chanda, Hindole (Cognizant)" userId="S::149821@cognizant.com::2a3e4623-aacc-49e8-8107-557bf76d6c1a" providerId="AD" clId="Web-{EDEFCD0D-28B3-BD64-8411-D22908C00C18}" dt="2026-03-25T05:02:06.890" v="2751"/>
      <pc:docMkLst>
        <pc:docMk/>
      </pc:docMkLst>
      <pc:sldChg chg="modSp">
        <pc:chgData name="Chanda, Hindole (Cognizant)" userId="S::149821@cognizant.com::2a3e4623-aacc-49e8-8107-557bf76d6c1a" providerId="AD" clId="Web-{EDEFCD0D-28B3-BD64-8411-D22908C00C18}" dt="2026-03-25T04:57:23.556" v="2009"/>
        <pc:sldMkLst>
          <pc:docMk/>
          <pc:sldMk cId="605493612" sldId="2134806901"/>
        </pc:sldMkLst>
        <pc:graphicFrameChg chg="mod modGraphic">
          <ac:chgData name="Chanda, Hindole (Cognizant)" userId="S::149821@cognizant.com::2a3e4623-aacc-49e8-8107-557bf76d6c1a" providerId="AD" clId="Web-{EDEFCD0D-28B3-BD64-8411-D22908C00C18}" dt="2026-03-25T04:57:23.556" v="2009"/>
          <ac:graphicFrameMkLst>
            <pc:docMk/>
            <pc:sldMk cId="605493612" sldId="2134806901"/>
            <ac:graphicFrameMk id="9" creationId="{FFBE3351-0356-E65E-4729-E1D9B518453C}"/>
          </ac:graphicFrameMkLst>
        </pc:graphicFrameChg>
      </pc:sldChg>
      <pc:sldChg chg="modSp">
        <pc:chgData name="Chanda, Hindole (Cognizant)" userId="S::149821@cognizant.com::2a3e4623-aacc-49e8-8107-557bf76d6c1a" providerId="AD" clId="Web-{EDEFCD0D-28B3-BD64-8411-D22908C00C18}" dt="2026-03-25T05:02:06.890" v="2751"/>
        <pc:sldMkLst>
          <pc:docMk/>
          <pc:sldMk cId="2146166606" sldId="2134806995"/>
        </pc:sldMkLst>
        <pc:graphicFrameChg chg="mod modGraphic">
          <ac:chgData name="Chanda, Hindole (Cognizant)" userId="S::149821@cognizant.com::2a3e4623-aacc-49e8-8107-557bf76d6c1a" providerId="AD" clId="Web-{EDEFCD0D-28B3-BD64-8411-D22908C00C18}" dt="2026-03-25T05:02:06.890" v="2751"/>
          <ac:graphicFrameMkLst>
            <pc:docMk/>
            <pc:sldMk cId="2146166606" sldId="2134806995"/>
            <ac:graphicFrameMk id="7" creationId="{712625F4-F323-FDA2-0E80-57805CF5110A}"/>
          </ac:graphicFrameMkLst>
        </pc:graphicFrameChg>
      </pc:sldChg>
    </pc:docChg>
  </pc:docChgLst>
  <pc:docChgLst>
    <pc:chgData name="Kumar, Abhishek (Cognizant)" userId="S::251874@cognizant.com::d99a8aef-a45e-49b7-aab5-87d61582cdbb" providerId="AD" clId="Web-{A1DFBA8C-458C-1E1E-0414-410BC095BF25}"/>
    <pc:docChg chg="modSld">
      <pc:chgData name="Kumar, Abhishek (Cognizant)" userId="S::251874@cognizant.com::d99a8aef-a45e-49b7-aab5-87d61582cdbb" providerId="AD" clId="Web-{A1DFBA8C-458C-1E1E-0414-410BC095BF25}" dt="2026-02-25T06:59:40.545" v="88"/>
      <pc:docMkLst>
        <pc:docMk/>
      </pc:docMkLst>
    </pc:docChg>
  </pc:docChgLst>
  <pc:docChgLst>
    <pc:chgData name="Kumar, Abhishek (Cognizant)" userId="S::251874@cognizant.com::d99a8aef-a45e-49b7-aab5-87d61582cdbb" providerId="AD" clId="Web-{599897C5-69B5-01E4-ED50-EEFD5B113BD5}"/>
    <pc:docChg chg="addSld delSld modSld">
      <pc:chgData name="Kumar, Abhishek (Cognizant)" userId="S::251874@cognizant.com::d99a8aef-a45e-49b7-aab5-87d61582cdbb" providerId="AD" clId="Web-{599897C5-69B5-01E4-ED50-EEFD5B113BD5}" dt="2026-02-25T06:32:54.797" v="35"/>
      <pc:docMkLst>
        <pc:docMk/>
      </pc:docMkLst>
    </pc:docChg>
  </pc:docChgLst>
  <pc:docChgLst>
    <pc:chgData name="Kumar, Abhishek (Cognizant)" userId="S::251874@cognizant.com::d99a8aef-a45e-49b7-aab5-87d61582cdbb" providerId="AD" clId="Web-{95FAB5FA-969A-C1B6-060C-523B76156278}"/>
    <pc:docChg chg="addSld delSld modSld">
      <pc:chgData name="Kumar, Abhishek (Cognizant)" userId="S::251874@cognizant.com::d99a8aef-a45e-49b7-aab5-87d61582cdbb" providerId="AD" clId="Web-{95FAB5FA-969A-C1B6-060C-523B76156278}" dt="2026-03-25T06:52:05.156" v="7" actId="20577"/>
      <pc:docMkLst>
        <pc:docMk/>
      </pc:docMkLst>
      <pc:sldChg chg="modSp add">
        <pc:chgData name="Kumar, Abhishek (Cognizant)" userId="S::251874@cognizant.com::d99a8aef-a45e-49b7-aab5-87d61582cdbb" providerId="AD" clId="Web-{95FAB5FA-969A-C1B6-060C-523B76156278}" dt="2026-03-25T06:52:05.156" v="7" actId="20577"/>
        <pc:sldMkLst>
          <pc:docMk/>
          <pc:sldMk cId="2959256670" sldId="2134806927"/>
        </pc:sldMkLst>
        <pc:spChg chg="mod">
          <ac:chgData name="Kumar, Abhishek (Cognizant)" userId="S::251874@cognizant.com::d99a8aef-a45e-49b7-aab5-87d61582cdbb" providerId="AD" clId="Web-{95FAB5FA-969A-C1B6-060C-523B76156278}" dt="2026-03-25T06:52:05.156" v="7" actId="20577"/>
          <ac:spMkLst>
            <pc:docMk/>
            <pc:sldMk cId="2959256670" sldId="2134806927"/>
            <ac:spMk id="23" creationId="{38FED990-9555-D7E6-8F14-F157BCC94D66}"/>
          </ac:spMkLst>
        </pc:spChg>
        <pc:picChg chg="mod">
          <ac:chgData name="Kumar, Abhishek (Cognizant)" userId="S::251874@cognizant.com::d99a8aef-a45e-49b7-aab5-87d61582cdbb" providerId="AD" clId="Web-{95FAB5FA-969A-C1B6-060C-523B76156278}" dt="2026-03-25T06:50:56.217" v="6" actId="14100"/>
          <ac:picMkLst>
            <pc:docMk/>
            <pc:sldMk cId="2959256670" sldId="2134806927"/>
            <ac:picMk id="6" creationId="{FCE417E1-909F-629E-6208-E9E762107767}"/>
          </ac:picMkLst>
        </pc:picChg>
      </pc:sldChg>
      <pc:sldChg chg="add del">
        <pc:chgData name="Kumar, Abhishek (Cognizant)" userId="S::251874@cognizant.com::d99a8aef-a45e-49b7-aab5-87d61582cdbb" providerId="AD" clId="Web-{95FAB5FA-969A-C1B6-060C-523B76156278}" dt="2026-03-25T06:48:25.387" v="2"/>
        <pc:sldMkLst>
          <pc:docMk/>
          <pc:sldMk cId="1178466603" sldId="2134807000"/>
        </pc:sldMkLst>
      </pc:sldChg>
      <pc:sldChg chg="add del">
        <pc:chgData name="Kumar, Abhishek (Cognizant)" userId="S::251874@cognizant.com::d99a8aef-a45e-49b7-aab5-87d61582cdbb" providerId="AD" clId="Web-{95FAB5FA-969A-C1B6-060C-523B76156278}" dt="2026-03-25T06:48:25.450" v="3"/>
        <pc:sldMkLst>
          <pc:docMk/>
          <pc:sldMk cId="534336141" sldId="2134807001"/>
        </pc:sldMkLst>
      </pc:sldChg>
    </pc:docChg>
  </pc:docChgLst>
  <pc:docChgLst>
    <pc:chgData name="Kumar, Abhishek (Cognizant)" userId="S::251874@cognizant.com::d99a8aef-a45e-49b7-aab5-87d61582cdbb" providerId="AD" clId="Web-{11229077-BBA9-6D17-83B1-B9DD38A97068}"/>
    <pc:docChg chg="addSld delSld">
      <pc:chgData name="Kumar, Abhishek (Cognizant)" userId="S::251874@cognizant.com::d99a8aef-a45e-49b7-aab5-87d61582cdbb" providerId="AD" clId="Web-{11229077-BBA9-6D17-83B1-B9DD38A97068}" dt="2026-03-11T06:28:16.709" v="3"/>
      <pc:docMkLst>
        <pc:docMk/>
      </pc:docMkLst>
      <pc:sldChg chg="add">
        <pc:chgData name="Kumar, Abhishek (Cognizant)" userId="S::251874@cognizant.com::d99a8aef-a45e-49b7-aab5-87d61582cdbb" providerId="AD" clId="Web-{11229077-BBA9-6D17-83B1-B9DD38A97068}" dt="2026-03-11T06:28:04.115" v="1"/>
        <pc:sldMkLst>
          <pc:docMk/>
          <pc:sldMk cId="534336141" sldId="2134807001"/>
        </pc:sldMkLst>
      </pc:sldChg>
    </pc:docChg>
  </pc:docChgLst>
  <pc:docChgLst>
    <pc:chgData name="Chanda, Hindole (Cognizant)" userId="S::149821@cognizant.com::2a3e4623-aacc-49e8-8107-557bf76d6c1a" providerId="AD" clId="Web-{C7B12F01-6C86-F5DE-B3ED-BC6D67BAC70F}"/>
    <pc:docChg chg="modSld">
      <pc:chgData name="Chanda, Hindole (Cognizant)" userId="S::149821@cognizant.com::2a3e4623-aacc-49e8-8107-557bf76d6c1a" providerId="AD" clId="Web-{C7B12F01-6C86-F5DE-B3ED-BC6D67BAC70F}" dt="2026-02-25T06:23:12.098" v="2164"/>
      <pc:docMkLst>
        <pc:docMk/>
      </pc:docMkLst>
      <pc:sldChg chg="modSp">
        <pc:chgData name="Chanda, Hindole (Cognizant)" userId="S::149821@cognizant.com::2a3e4623-aacc-49e8-8107-557bf76d6c1a" providerId="AD" clId="Web-{C7B12F01-6C86-F5DE-B3ED-BC6D67BAC70F}" dt="2026-02-25T04:59:32.033" v="890"/>
        <pc:sldMkLst>
          <pc:docMk/>
          <pc:sldMk cId="605493612" sldId="2134806901"/>
        </pc:sldMkLst>
        <pc:graphicFrameChg chg="mod modGraphic">
          <ac:chgData name="Chanda, Hindole (Cognizant)" userId="S::149821@cognizant.com::2a3e4623-aacc-49e8-8107-557bf76d6c1a" providerId="AD" clId="Web-{C7B12F01-6C86-F5DE-B3ED-BC6D67BAC70F}" dt="2026-02-25T04:59:32.033" v="890"/>
          <ac:graphicFrameMkLst>
            <pc:docMk/>
            <pc:sldMk cId="605493612" sldId="2134806901"/>
            <ac:graphicFrameMk id="9" creationId="{FFBE3351-0356-E65E-4729-E1D9B518453C}"/>
          </ac:graphicFrameMkLst>
        </pc:graphicFrameChg>
      </pc:sldChg>
      <pc:sldChg chg="modSp">
        <pc:chgData name="Chanda, Hindole (Cognizant)" userId="S::149821@cognizant.com::2a3e4623-aacc-49e8-8107-557bf76d6c1a" providerId="AD" clId="Web-{C7B12F01-6C86-F5DE-B3ED-BC6D67BAC70F}" dt="2026-02-25T05:06:32.646" v="1482"/>
        <pc:sldMkLst>
          <pc:docMk/>
          <pc:sldMk cId="2146166606" sldId="2134806995"/>
        </pc:sldMkLst>
        <pc:graphicFrameChg chg="mod modGraphic">
          <ac:chgData name="Chanda, Hindole (Cognizant)" userId="S::149821@cognizant.com::2a3e4623-aacc-49e8-8107-557bf76d6c1a" providerId="AD" clId="Web-{C7B12F01-6C86-F5DE-B3ED-BC6D67BAC70F}" dt="2026-02-25T05:06:32.646" v="1482"/>
          <ac:graphicFrameMkLst>
            <pc:docMk/>
            <pc:sldMk cId="2146166606" sldId="2134806995"/>
            <ac:graphicFrameMk id="7" creationId="{712625F4-F323-FDA2-0E80-57805CF5110A}"/>
          </ac:graphicFrameMkLst>
        </pc:graphicFrameChg>
      </pc:sldChg>
    </pc:docChg>
  </pc:docChgLst>
  <pc:docChgLst>
    <pc:chgData name="Chanda, Hindole (Cognizant)" userId="S::149821@cognizant.com::2a3e4623-aacc-49e8-8107-557bf76d6c1a" providerId="AD" clId="Web-{366E0BA1-53E3-56FD-C0B8-1909AA345819}"/>
    <pc:docChg chg="modSld">
      <pc:chgData name="Chanda, Hindole (Cognizant)" userId="S::149821@cognizant.com::2a3e4623-aacc-49e8-8107-557bf76d6c1a" providerId="AD" clId="Web-{366E0BA1-53E3-56FD-C0B8-1909AA345819}" dt="2026-03-11T06:26:13.748" v="3777"/>
      <pc:docMkLst>
        <pc:docMk/>
      </pc:docMkLst>
      <pc:sldChg chg="modSp">
        <pc:chgData name="Chanda, Hindole (Cognizant)" userId="S::149821@cognizant.com::2a3e4623-aacc-49e8-8107-557bf76d6c1a" providerId="AD" clId="Web-{366E0BA1-53E3-56FD-C0B8-1909AA345819}" dt="2026-03-11T06:12:45.293" v="1009"/>
        <pc:sldMkLst>
          <pc:docMk/>
          <pc:sldMk cId="605493612" sldId="2134806901"/>
        </pc:sldMkLst>
        <pc:graphicFrameChg chg="mod modGraphic">
          <ac:chgData name="Chanda, Hindole (Cognizant)" userId="S::149821@cognizant.com::2a3e4623-aacc-49e8-8107-557bf76d6c1a" providerId="AD" clId="Web-{366E0BA1-53E3-56FD-C0B8-1909AA345819}" dt="2026-03-11T06:12:45.293" v="1009"/>
          <ac:graphicFrameMkLst>
            <pc:docMk/>
            <pc:sldMk cId="605493612" sldId="2134806901"/>
            <ac:graphicFrameMk id="9" creationId="{FFBE3351-0356-E65E-4729-E1D9B518453C}"/>
          </ac:graphicFrameMkLst>
        </pc:graphicFrameChg>
      </pc:sldChg>
      <pc:sldChg chg="modSp">
        <pc:chgData name="Chanda, Hindole (Cognizant)" userId="S::149821@cognizant.com::2a3e4623-aacc-49e8-8107-557bf76d6c1a" providerId="AD" clId="Web-{366E0BA1-53E3-56FD-C0B8-1909AA345819}" dt="2026-03-11T06:26:13.748" v="3777"/>
        <pc:sldMkLst>
          <pc:docMk/>
          <pc:sldMk cId="2368361501" sldId="2134806986"/>
        </pc:sldMkLst>
        <pc:graphicFrameChg chg="mod modGraphic">
          <ac:chgData name="Chanda, Hindole (Cognizant)" userId="S::149821@cognizant.com::2a3e4623-aacc-49e8-8107-557bf76d6c1a" providerId="AD" clId="Web-{366E0BA1-53E3-56FD-C0B8-1909AA345819}" dt="2026-03-11T06:26:13.748" v="3777"/>
          <ac:graphicFrameMkLst>
            <pc:docMk/>
            <pc:sldMk cId="2368361501" sldId="2134806986"/>
            <ac:graphicFrameMk id="9" creationId="{791A89C3-29E5-E41A-9D21-A86CD990E17B}"/>
          </ac:graphicFrameMkLst>
        </pc:graphicFrameChg>
      </pc:sldChg>
      <pc:sldChg chg="modSp">
        <pc:chgData name="Chanda, Hindole (Cognizant)" userId="S::149821@cognizant.com::2a3e4623-aacc-49e8-8107-557bf76d6c1a" providerId="AD" clId="Web-{366E0BA1-53E3-56FD-C0B8-1909AA345819}" dt="2026-03-11T06:25:52.388" v="3769"/>
        <pc:sldMkLst>
          <pc:docMk/>
          <pc:sldMk cId="2146166606" sldId="2134806995"/>
        </pc:sldMkLst>
        <pc:graphicFrameChg chg="mod modGraphic">
          <ac:chgData name="Chanda, Hindole (Cognizant)" userId="S::149821@cognizant.com::2a3e4623-aacc-49e8-8107-557bf76d6c1a" providerId="AD" clId="Web-{366E0BA1-53E3-56FD-C0B8-1909AA345819}" dt="2026-03-11T06:25:52.388" v="3769"/>
          <ac:graphicFrameMkLst>
            <pc:docMk/>
            <pc:sldMk cId="2146166606" sldId="2134806995"/>
            <ac:graphicFrameMk id="7" creationId="{712625F4-F323-FDA2-0E80-57805CF5110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8A84B5-FAE1-4E65-BD51-00A77717D73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F4FAF-29A8-4EA2-8860-0B99C23EC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29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4F72C2-E49C-4419-8832-54CD1F1A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4260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4F72C2-E49C-4419-8832-54CD1F1A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840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F4FAF-29A8-4EA2-8860-0B99C23EC4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992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4F72C2-E49C-4419-8832-54CD1F1A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125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4F72C2-E49C-4419-8832-54CD1F1A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2258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7A79F-480D-B858-FB3B-7C69D5A71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94447E-D044-FBA5-FB38-5F735DCCE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2F2E1-36A4-207F-3B78-D49A37E49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50332-9E16-F9E6-5435-B56ED03D38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4F72C2-E49C-4419-8832-54CD1F1A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979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7EBF-E1FD-47F8-C7ED-075960F12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C23638-B9AA-ACDB-2222-FCEDFFDBF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DE8B9-100C-6980-EB96-823D6E1C1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E7AE9-1742-E0DA-AAC9-534C0428F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4F72C2-E49C-4419-8832-54CD1F1A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918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4F72C2-E49C-4419-8832-54CD1F1A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3758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BB7C1-17F0-472A-B5A2-4BDBC7181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1C3D4-88FA-4B82-AC2A-0A48BDEA7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FA8FA-04E7-40FD-8F6F-1E32A92C4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DA64F-9C34-4303-870A-FDA596A97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B4EDC-6DDA-4538-89BB-BA9DDBD14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99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71E6-214C-440E-B289-2DC1FB3D5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D955C-6862-4267-8322-022DEC7D1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94F5F-B5D8-42C0-BE72-23E496DD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64FA0-B1CD-4360-A5ED-D9A7DCE72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014D2-516C-4A6E-9867-18F8EBAC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11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5681A-A275-4C74-A9B6-D79C968D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FFE6C-3D9D-469F-A314-B2109F7AB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D9E5F-133C-4269-961A-F4C67EAD1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FEB8B-4483-45C0-9EC6-C2A56E41C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F9F4E-4E86-43B4-B59C-6958761EC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6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5989B-08A9-4E0B-B7C1-BEEA4378A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9FF04-EFE3-4E4E-96D0-5B30AB2358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16105-D427-455A-BDF2-63C3D3C83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3C81B-3C8C-4631-84C7-C0B0F97AA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F45ED-FC4B-42F5-9803-0FAA88771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06A94-F2DC-4904-87BA-926AB81E9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02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9F5B4-D65F-4523-A2DA-A923129D7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33AD0-A949-45FA-81F9-6F77D98A2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9FE2E-BE57-46E0-B310-35F296232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FE747E-95CA-48D7-B411-D9EA904C93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C6D7D-4363-4D1E-A8A4-FB41E63AB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817BD3-35D8-4632-B3B1-0EC44E57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FD93C1-4F1B-4EB2-95FD-2B4C8520C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1C0A5C-41A8-4DB0-8F9E-CB4EF7A6B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0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D5FEC-784C-461B-B888-ED268D27C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77E208-20DC-418B-8445-094AA3BDF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73A0D6-6F67-4745-8037-039F0B080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4DAB9-59D2-4C71-8A49-9DCC1C8A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32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A36D0D-BF54-4366-BD3A-20E4F3F9D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A8D3C8-F261-40D8-BA60-D838F4805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AE472-520E-4996-9A8A-666373BF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85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F93E0-EC33-4510-98D7-A0138F284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E0E00-4B52-419A-BA28-EC54E71C7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0E19B-B77B-48FD-A3D4-141AF3809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2B836-08C1-4520-BF63-A1C9793B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1076-7B7F-426E-9DC0-3B9E2D192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1CFFB-EC2F-4C0A-A5E9-9386FD32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51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5278C-5452-4694-A4EF-B9C65C772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A1CE3-63B0-43DC-8573-2DB82BAFFB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82C3E-5CB1-46C8-94D4-D0E144AEE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57C91-0F36-4DCE-86D5-A4C260C56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CCF3D-E2D2-468F-9459-721308AB8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F39F9-2841-430F-A24B-D593B78F4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49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E096B-60EC-4D54-A018-35CAF7385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EC2DB-787D-4A8F-95B2-0B35B1173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09E7F-DA78-4A4F-998E-BC0CBF29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A4240-25E1-4E13-A233-547D290C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C7514-A8A5-46D1-9F48-2CB1DF413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84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6A4D9A-7E34-4306-90AF-7E2E110C0F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0ADAC-8787-42E0-AD60-1F6F888BF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47B49-E0B1-4D26-8765-500039200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C9A1F-DEA0-46AF-922D-9D251E84D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42196-196B-4129-90C0-DD95F277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17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03DDC5-D6E9-400D-9743-0458068D4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186CF-3FDA-4060-B7B4-1179DC303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42FEB-3848-4706-8007-126A5026A4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417F7-7A95-489B-8620-6E397E12A71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B3711-9B5B-4AE6-99CD-EECA0FFD92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311CD-0FD3-4524-AB47-AD35EC368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4534" y="406855"/>
            <a:ext cx="457687" cy="162576"/>
          </a:xfrm>
          <a:custGeom>
            <a:avLst/>
            <a:gdLst/>
            <a:ahLst/>
            <a:cxnLst/>
            <a:rect l="l" t="t" r="r" b="b"/>
            <a:pathLst>
              <a:path w="457687" h="162576">
                <a:moveTo>
                  <a:pt x="111153" y="110803"/>
                </a:moveTo>
                <a:lnTo>
                  <a:pt x="79853" y="110803"/>
                </a:lnTo>
                <a:lnTo>
                  <a:pt x="88133" y="121015"/>
                </a:lnTo>
                <a:lnTo>
                  <a:pt x="97550" y="129539"/>
                </a:lnTo>
                <a:lnTo>
                  <a:pt x="108420" y="136019"/>
                </a:lnTo>
                <a:lnTo>
                  <a:pt x="121033" y="140071"/>
                </a:lnTo>
                <a:lnTo>
                  <a:pt x="133464" y="141382"/>
                </a:lnTo>
                <a:lnTo>
                  <a:pt x="218524" y="141382"/>
                </a:lnTo>
                <a:lnTo>
                  <a:pt x="226891" y="151379"/>
                </a:lnTo>
                <a:lnTo>
                  <a:pt x="237331" y="158444"/>
                </a:lnTo>
                <a:lnTo>
                  <a:pt x="249791" y="162576"/>
                </a:lnTo>
                <a:lnTo>
                  <a:pt x="267638" y="162215"/>
                </a:lnTo>
                <a:lnTo>
                  <a:pt x="281603" y="159664"/>
                </a:lnTo>
                <a:lnTo>
                  <a:pt x="292389" y="154991"/>
                </a:lnTo>
                <a:lnTo>
                  <a:pt x="300700" y="148262"/>
                </a:lnTo>
                <a:lnTo>
                  <a:pt x="305255" y="147562"/>
                </a:lnTo>
                <a:lnTo>
                  <a:pt x="262794" y="147559"/>
                </a:lnTo>
                <a:lnTo>
                  <a:pt x="232644" y="123610"/>
                </a:lnTo>
                <a:lnTo>
                  <a:pt x="136343" y="123610"/>
                </a:lnTo>
                <a:lnTo>
                  <a:pt x="122795" y="121009"/>
                </a:lnTo>
                <a:lnTo>
                  <a:pt x="112602" y="113468"/>
                </a:lnTo>
                <a:lnTo>
                  <a:pt x="111153" y="110803"/>
                </a:lnTo>
                <a:close/>
              </a:path>
              <a:path w="457687" h="162576">
                <a:moveTo>
                  <a:pt x="302686" y="64829"/>
                </a:moveTo>
                <a:lnTo>
                  <a:pt x="253254" y="64829"/>
                </a:lnTo>
                <a:lnTo>
                  <a:pt x="270847" y="64997"/>
                </a:lnTo>
                <a:lnTo>
                  <a:pt x="281728" y="68784"/>
                </a:lnTo>
                <a:lnTo>
                  <a:pt x="290353" y="81637"/>
                </a:lnTo>
                <a:lnTo>
                  <a:pt x="294202" y="92521"/>
                </a:lnTo>
                <a:lnTo>
                  <a:pt x="294291" y="94258"/>
                </a:lnTo>
                <a:lnTo>
                  <a:pt x="293514" y="113801"/>
                </a:lnTo>
                <a:lnTo>
                  <a:pt x="263341" y="147559"/>
                </a:lnTo>
                <a:lnTo>
                  <a:pt x="262810" y="147562"/>
                </a:lnTo>
                <a:lnTo>
                  <a:pt x="305274" y="147559"/>
                </a:lnTo>
                <a:lnTo>
                  <a:pt x="345477" y="141382"/>
                </a:lnTo>
                <a:lnTo>
                  <a:pt x="404218" y="141378"/>
                </a:lnTo>
                <a:lnTo>
                  <a:pt x="418985" y="139524"/>
                </a:lnTo>
                <a:lnTo>
                  <a:pt x="431706" y="134230"/>
                </a:lnTo>
                <a:lnTo>
                  <a:pt x="441481" y="126445"/>
                </a:lnTo>
                <a:lnTo>
                  <a:pt x="404218" y="126445"/>
                </a:lnTo>
                <a:lnTo>
                  <a:pt x="390795" y="123809"/>
                </a:lnTo>
                <a:lnTo>
                  <a:pt x="390170" y="123351"/>
                </a:lnTo>
                <a:lnTo>
                  <a:pt x="314064" y="123351"/>
                </a:lnTo>
                <a:lnTo>
                  <a:pt x="315559" y="117881"/>
                </a:lnTo>
                <a:lnTo>
                  <a:pt x="315669" y="117246"/>
                </a:lnTo>
                <a:lnTo>
                  <a:pt x="316301" y="112390"/>
                </a:lnTo>
                <a:lnTo>
                  <a:pt x="316241" y="103631"/>
                </a:lnTo>
                <a:lnTo>
                  <a:pt x="315212" y="91287"/>
                </a:lnTo>
                <a:lnTo>
                  <a:pt x="311726" y="78849"/>
                </a:lnTo>
                <a:lnTo>
                  <a:pt x="305961" y="68057"/>
                </a:lnTo>
                <a:lnTo>
                  <a:pt x="302686" y="64829"/>
                </a:lnTo>
                <a:close/>
              </a:path>
              <a:path w="457687" h="162576">
                <a:moveTo>
                  <a:pt x="442681" y="40921"/>
                </a:moveTo>
                <a:lnTo>
                  <a:pt x="395288" y="40921"/>
                </a:lnTo>
                <a:lnTo>
                  <a:pt x="412385" y="42312"/>
                </a:lnTo>
                <a:lnTo>
                  <a:pt x="424750" y="47822"/>
                </a:lnTo>
                <a:lnTo>
                  <a:pt x="432824" y="57063"/>
                </a:lnTo>
                <a:lnTo>
                  <a:pt x="437047" y="69649"/>
                </a:lnTo>
                <a:lnTo>
                  <a:pt x="436310" y="88762"/>
                </a:lnTo>
                <a:lnTo>
                  <a:pt x="418235" y="123749"/>
                </a:lnTo>
                <a:lnTo>
                  <a:pt x="404218" y="126445"/>
                </a:lnTo>
                <a:lnTo>
                  <a:pt x="441481" y="126445"/>
                </a:lnTo>
                <a:lnTo>
                  <a:pt x="442159" y="125904"/>
                </a:lnTo>
                <a:lnTo>
                  <a:pt x="450122" y="114951"/>
                </a:lnTo>
                <a:lnTo>
                  <a:pt x="455372" y="101778"/>
                </a:lnTo>
                <a:lnTo>
                  <a:pt x="457687" y="86790"/>
                </a:lnTo>
                <a:lnTo>
                  <a:pt x="456331" y="70588"/>
                </a:lnTo>
                <a:lnTo>
                  <a:pt x="456209" y="69649"/>
                </a:lnTo>
                <a:lnTo>
                  <a:pt x="452057" y="55354"/>
                </a:lnTo>
                <a:lnTo>
                  <a:pt x="445243" y="43456"/>
                </a:lnTo>
                <a:lnTo>
                  <a:pt x="442681" y="40921"/>
                </a:lnTo>
                <a:close/>
              </a:path>
              <a:path w="457687" h="162576">
                <a:moveTo>
                  <a:pt x="182460" y="24458"/>
                </a:moveTo>
                <a:lnTo>
                  <a:pt x="164436" y="24458"/>
                </a:lnTo>
                <a:lnTo>
                  <a:pt x="164369" y="100350"/>
                </a:lnTo>
                <a:lnTo>
                  <a:pt x="163140" y="108170"/>
                </a:lnTo>
                <a:lnTo>
                  <a:pt x="160179" y="113801"/>
                </a:lnTo>
                <a:lnTo>
                  <a:pt x="156963" y="120003"/>
                </a:lnTo>
                <a:lnTo>
                  <a:pt x="149754" y="123610"/>
                </a:lnTo>
                <a:lnTo>
                  <a:pt x="232644" y="123610"/>
                </a:lnTo>
                <a:lnTo>
                  <a:pt x="232586" y="123351"/>
                </a:lnTo>
                <a:lnTo>
                  <a:pt x="177568" y="123351"/>
                </a:lnTo>
                <a:lnTo>
                  <a:pt x="181058" y="112390"/>
                </a:lnTo>
                <a:lnTo>
                  <a:pt x="182315" y="99918"/>
                </a:lnTo>
                <a:lnTo>
                  <a:pt x="182442" y="64829"/>
                </a:lnTo>
                <a:lnTo>
                  <a:pt x="182460" y="24458"/>
                </a:lnTo>
                <a:close/>
              </a:path>
              <a:path w="457687" h="162576">
                <a:moveTo>
                  <a:pt x="103378" y="0"/>
                </a:moveTo>
                <a:lnTo>
                  <a:pt x="48781" y="0"/>
                </a:lnTo>
                <a:lnTo>
                  <a:pt x="35457" y="1923"/>
                </a:lnTo>
                <a:lnTo>
                  <a:pt x="6958" y="27819"/>
                </a:lnTo>
                <a:lnTo>
                  <a:pt x="0" y="58967"/>
                </a:lnTo>
                <a:lnTo>
                  <a:pt x="1331" y="75544"/>
                </a:lnTo>
                <a:lnTo>
                  <a:pt x="20256" y="113586"/>
                </a:lnTo>
                <a:lnTo>
                  <a:pt x="42039" y="123433"/>
                </a:lnTo>
                <a:lnTo>
                  <a:pt x="57974" y="122108"/>
                </a:lnTo>
                <a:lnTo>
                  <a:pt x="70439" y="117881"/>
                </a:lnTo>
                <a:lnTo>
                  <a:pt x="79853" y="110803"/>
                </a:lnTo>
                <a:lnTo>
                  <a:pt x="111153" y="110803"/>
                </a:lnTo>
                <a:lnTo>
                  <a:pt x="109722" y="108170"/>
                </a:lnTo>
                <a:lnTo>
                  <a:pt x="61047" y="108159"/>
                </a:lnTo>
                <a:lnTo>
                  <a:pt x="45745" y="106450"/>
                </a:lnTo>
                <a:lnTo>
                  <a:pt x="33819" y="100350"/>
                </a:lnTo>
                <a:lnTo>
                  <a:pt x="25264" y="90664"/>
                </a:lnTo>
                <a:lnTo>
                  <a:pt x="20005" y="78268"/>
                </a:lnTo>
                <a:lnTo>
                  <a:pt x="17917" y="63915"/>
                </a:lnTo>
                <a:lnTo>
                  <a:pt x="19631" y="46656"/>
                </a:lnTo>
                <a:lnTo>
                  <a:pt x="24561" y="32334"/>
                </a:lnTo>
                <a:lnTo>
                  <a:pt x="32300" y="21598"/>
                </a:lnTo>
                <a:lnTo>
                  <a:pt x="42442" y="15098"/>
                </a:lnTo>
                <a:lnTo>
                  <a:pt x="84832" y="13385"/>
                </a:lnTo>
                <a:lnTo>
                  <a:pt x="103385" y="13385"/>
                </a:lnTo>
                <a:lnTo>
                  <a:pt x="103378" y="0"/>
                </a:lnTo>
                <a:close/>
              </a:path>
              <a:path w="457687" h="162576">
                <a:moveTo>
                  <a:pt x="272814" y="47847"/>
                </a:moveTo>
                <a:lnTo>
                  <a:pt x="232245" y="55763"/>
                </a:lnTo>
                <a:lnTo>
                  <a:pt x="209224" y="96906"/>
                </a:lnTo>
                <a:lnTo>
                  <a:pt x="209233" y="106373"/>
                </a:lnTo>
                <a:lnTo>
                  <a:pt x="209353" y="113801"/>
                </a:lnTo>
                <a:lnTo>
                  <a:pt x="210682" y="122880"/>
                </a:lnTo>
                <a:lnTo>
                  <a:pt x="180399" y="123351"/>
                </a:lnTo>
                <a:lnTo>
                  <a:pt x="232586" y="123351"/>
                </a:lnTo>
                <a:lnTo>
                  <a:pt x="230453" y="113801"/>
                </a:lnTo>
                <a:lnTo>
                  <a:pt x="231000" y="96906"/>
                </a:lnTo>
                <a:lnTo>
                  <a:pt x="233343" y="85086"/>
                </a:lnTo>
                <a:lnTo>
                  <a:pt x="243201" y="71539"/>
                </a:lnTo>
                <a:lnTo>
                  <a:pt x="253254" y="64829"/>
                </a:lnTo>
                <a:lnTo>
                  <a:pt x="302686" y="64829"/>
                </a:lnTo>
                <a:lnTo>
                  <a:pt x="295591" y="57834"/>
                </a:lnTo>
                <a:lnTo>
                  <a:pt x="284644" y="51245"/>
                </a:lnTo>
                <a:lnTo>
                  <a:pt x="272814" y="47847"/>
                </a:lnTo>
                <a:close/>
              </a:path>
              <a:path w="457687" h="162576">
                <a:moveTo>
                  <a:pt x="404474" y="24716"/>
                </a:moveTo>
                <a:lnTo>
                  <a:pt x="366054" y="40002"/>
                </a:lnTo>
                <a:lnTo>
                  <a:pt x="350378" y="77989"/>
                </a:lnTo>
                <a:lnTo>
                  <a:pt x="350274" y="78849"/>
                </a:lnTo>
                <a:lnTo>
                  <a:pt x="351159" y="94258"/>
                </a:lnTo>
                <a:lnTo>
                  <a:pt x="354022" y="106989"/>
                </a:lnTo>
                <a:lnTo>
                  <a:pt x="358806" y="117426"/>
                </a:lnTo>
                <a:lnTo>
                  <a:pt x="345477" y="123351"/>
                </a:lnTo>
                <a:lnTo>
                  <a:pt x="390170" y="123351"/>
                </a:lnTo>
                <a:lnTo>
                  <a:pt x="380507" y="116276"/>
                </a:lnTo>
                <a:lnTo>
                  <a:pt x="373673" y="104407"/>
                </a:lnTo>
                <a:lnTo>
                  <a:pt x="370616" y="88762"/>
                </a:lnTo>
                <a:lnTo>
                  <a:pt x="372119" y="70588"/>
                </a:lnTo>
                <a:lnTo>
                  <a:pt x="376766" y="56458"/>
                </a:lnTo>
                <a:lnTo>
                  <a:pt x="384506" y="46519"/>
                </a:lnTo>
                <a:lnTo>
                  <a:pt x="395288" y="40921"/>
                </a:lnTo>
                <a:lnTo>
                  <a:pt x="442681" y="40921"/>
                </a:lnTo>
                <a:lnTo>
                  <a:pt x="436018" y="34328"/>
                </a:lnTo>
                <a:lnTo>
                  <a:pt x="424575" y="28137"/>
                </a:lnTo>
                <a:lnTo>
                  <a:pt x="411107" y="25049"/>
                </a:lnTo>
                <a:lnTo>
                  <a:pt x="404474" y="24716"/>
                </a:lnTo>
                <a:close/>
              </a:path>
              <a:path w="457687" h="162576">
                <a:moveTo>
                  <a:pt x="103385" y="13385"/>
                </a:moveTo>
                <a:lnTo>
                  <a:pt x="84832" y="13385"/>
                </a:lnTo>
                <a:lnTo>
                  <a:pt x="84832" y="58967"/>
                </a:lnTo>
                <a:lnTo>
                  <a:pt x="83109" y="77989"/>
                </a:lnTo>
                <a:lnTo>
                  <a:pt x="78587" y="92521"/>
                </a:lnTo>
                <a:lnTo>
                  <a:pt x="71267" y="102576"/>
                </a:lnTo>
                <a:lnTo>
                  <a:pt x="61149" y="108170"/>
                </a:lnTo>
                <a:lnTo>
                  <a:pt x="109722" y="108170"/>
                </a:lnTo>
                <a:lnTo>
                  <a:pt x="106058" y="101430"/>
                </a:lnTo>
                <a:lnTo>
                  <a:pt x="103419" y="85224"/>
                </a:lnTo>
                <a:lnTo>
                  <a:pt x="103385" y="133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62340" y="381613"/>
            <a:ext cx="131860" cy="208854"/>
          </a:xfrm>
          <a:custGeom>
            <a:avLst/>
            <a:gdLst/>
            <a:ahLst/>
            <a:cxnLst/>
            <a:rect l="l" t="t" r="r" b="b"/>
            <a:pathLst>
              <a:path w="131860" h="208854">
                <a:moveTo>
                  <a:pt x="54081" y="49701"/>
                </a:moveTo>
                <a:lnTo>
                  <a:pt x="36051" y="49701"/>
                </a:lnTo>
                <a:lnTo>
                  <a:pt x="35999" y="148592"/>
                </a:lnTo>
                <a:lnTo>
                  <a:pt x="34220" y="166001"/>
                </a:lnTo>
                <a:lnTo>
                  <a:pt x="28740" y="178972"/>
                </a:lnTo>
                <a:lnTo>
                  <a:pt x="19628" y="187276"/>
                </a:lnTo>
                <a:lnTo>
                  <a:pt x="6900" y="191194"/>
                </a:lnTo>
                <a:lnTo>
                  <a:pt x="0" y="208854"/>
                </a:lnTo>
                <a:lnTo>
                  <a:pt x="38839" y="194028"/>
                </a:lnTo>
                <a:lnTo>
                  <a:pt x="51351" y="170892"/>
                </a:lnTo>
                <a:lnTo>
                  <a:pt x="96574" y="166622"/>
                </a:lnTo>
                <a:lnTo>
                  <a:pt x="110460" y="163769"/>
                </a:lnTo>
                <a:lnTo>
                  <a:pt x="120896" y="156880"/>
                </a:lnTo>
                <a:lnTo>
                  <a:pt x="126147" y="148592"/>
                </a:lnTo>
                <a:lnTo>
                  <a:pt x="54081" y="148592"/>
                </a:lnTo>
                <a:lnTo>
                  <a:pt x="54081" y="49701"/>
                </a:lnTo>
                <a:close/>
              </a:path>
              <a:path w="131860" h="208854">
                <a:moveTo>
                  <a:pt x="131860" y="0"/>
                </a:moveTo>
                <a:lnTo>
                  <a:pt x="113836" y="0"/>
                </a:lnTo>
                <a:lnTo>
                  <a:pt x="113836" y="125162"/>
                </a:lnTo>
                <a:lnTo>
                  <a:pt x="112549" y="133399"/>
                </a:lnTo>
                <a:lnTo>
                  <a:pt x="109973" y="138035"/>
                </a:lnTo>
                <a:lnTo>
                  <a:pt x="106898" y="144186"/>
                </a:lnTo>
                <a:lnTo>
                  <a:pt x="101177" y="147685"/>
                </a:lnTo>
                <a:lnTo>
                  <a:pt x="92701" y="148592"/>
                </a:lnTo>
                <a:lnTo>
                  <a:pt x="126147" y="148592"/>
                </a:lnTo>
                <a:lnTo>
                  <a:pt x="127876" y="145864"/>
                </a:lnTo>
                <a:lnTo>
                  <a:pt x="131397" y="130728"/>
                </a:lnTo>
                <a:lnTo>
                  <a:pt x="1318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37734" y="381612"/>
            <a:ext cx="0" cy="166622"/>
          </a:xfrm>
          <a:custGeom>
            <a:avLst/>
            <a:gdLst/>
            <a:ahLst/>
            <a:cxnLst/>
            <a:rect l="l" t="t" r="r" b="b"/>
            <a:pathLst>
              <a:path h="166622">
                <a:moveTo>
                  <a:pt x="0" y="0"/>
                </a:moveTo>
                <a:lnTo>
                  <a:pt x="0" y="166622"/>
                </a:lnTo>
              </a:path>
            </a:pathLst>
          </a:custGeom>
          <a:ln w="192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8405" y="406853"/>
            <a:ext cx="184060" cy="141382"/>
          </a:xfrm>
          <a:custGeom>
            <a:avLst/>
            <a:gdLst/>
            <a:ahLst/>
            <a:cxnLst/>
            <a:rect l="l" t="t" r="r" b="b"/>
            <a:pathLst>
              <a:path w="184060" h="141382">
                <a:moveTo>
                  <a:pt x="111213" y="110805"/>
                </a:moveTo>
                <a:lnTo>
                  <a:pt x="79915" y="110805"/>
                </a:lnTo>
                <a:lnTo>
                  <a:pt x="88155" y="121040"/>
                </a:lnTo>
                <a:lnTo>
                  <a:pt x="97560" y="129583"/>
                </a:lnTo>
                <a:lnTo>
                  <a:pt x="108420" y="136064"/>
                </a:lnTo>
                <a:lnTo>
                  <a:pt x="121024" y="140116"/>
                </a:lnTo>
                <a:lnTo>
                  <a:pt x="137483" y="141382"/>
                </a:lnTo>
                <a:lnTo>
                  <a:pt x="146206" y="141382"/>
                </a:lnTo>
                <a:lnTo>
                  <a:pt x="160737" y="139277"/>
                </a:lnTo>
                <a:lnTo>
                  <a:pt x="171766" y="132971"/>
                </a:lnTo>
                <a:lnTo>
                  <a:pt x="178481" y="123612"/>
                </a:lnTo>
                <a:lnTo>
                  <a:pt x="136390" y="123610"/>
                </a:lnTo>
                <a:lnTo>
                  <a:pt x="122862" y="121017"/>
                </a:lnTo>
                <a:lnTo>
                  <a:pt x="112673" y="113492"/>
                </a:lnTo>
                <a:lnTo>
                  <a:pt x="111213" y="110805"/>
                </a:lnTo>
                <a:close/>
              </a:path>
              <a:path w="184060" h="141382">
                <a:moveTo>
                  <a:pt x="184060" y="24461"/>
                </a:moveTo>
                <a:lnTo>
                  <a:pt x="166033" y="24461"/>
                </a:lnTo>
                <a:lnTo>
                  <a:pt x="165966" y="100351"/>
                </a:lnTo>
                <a:lnTo>
                  <a:pt x="164743" y="108173"/>
                </a:lnTo>
                <a:lnTo>
                  <a:pt x="162172" y="112798"/>
                </a:lnTo>
                <a:lnTo>
                  <a:pt x="158569" y="120009"/>
                </a:lnTo>
                <a:lnTo>
                  <a:pt x="151354" y="123610"/>
                </a:lnTo>
                <a:lnTo>
                  <a:pt x="136404" y="123612"/>
                </a:lnTo>
                <a:lnTo>
                  <a:pt x="178481" y="123612"/>
                </a:lnTo>
                <a:lnTo>
                  <a:pt x="179294" y="122479"/>
                </a:lnTo>
                <a:lnTo>
                  <a:pt x="183223" y="108173"/>
                </a:lnTo>
                <a:lnTo>
                  <a:pt x="183333" y="106452"/>
                </a:lnTo>
                <a:lnTo>
                  <a:pt x="184060" y="24461"/>
                </a:lnTo>
                <a:close/>
              </a:path>
              <a:path w="184060" h="141382">
                <a:moveTo>
                  <a:pt x="103440" y="0"/>
                </a:moveTo>
                <a:lnTo>
                  <a:pt x="48841" y="0"/>
                </a:lnTo>
                <a:lnTo>
                  <a:pt x="35518" y="1923"/>
                </a:lnTo>
                <a:lnTo>
                  <a:pt x="7021" y="27822"/>
                </a:lnTo>
                <a:lnTo>
                  <a:pt x="0" y="58171"/>
                </a:lnTo>
                <a:lnTo>
                  <a:pt x="1395" y="75549"/>
                </a:lnTo>
                <a:lnTo>
                  <a:pt x="20321" y="113591"/>
                </a:lnTo>
                <a:lnTo>
                  <a:pt x="42102" y="123436"/>
                </a:lnTo>
                <a:lnTo>
                  <a:pt x="58038" y="122110"/>
                </a:lnTo>
                <a:lnTo>
                  <a:pt x="70502" y="117883"/>
                </a:lnTo>
                <a:lnTo>
                  <a:pt x="79915" y="110805"/>
                </a:lnTo>
                <a:lnTo>
                  <a:pt x="111213" y="110805"/>
                </a:lnTo>
                <a:lnTo>
                  <a:pt x="109782" y="108173"/>
                </a:lnTo>
                <a:lnTo>
                  <a:pt x="61114" y="108163"/>
                </a:lnTo>
                <a:lnTo>
                  <a:pt x="45803" y="106452"/>
                </a:lnTo>
                <a:lnTo>
                  <a:pt x="33879" y="100351"/>
                </a:lnTo>
                <a:lnTo>
                  <a:pt x="25334" y="90685"/>
                </a:lnTo>
                <a:lnTo>
                  <a:pt x="20068" y="78267"/>
                </a:lnTo>
                <a:lnTo>
                  <a:pt x="17981" y="63912"/>
                </a:lnTo>
                <a:lnTo>
                  <a:pt x="19696" y="46655"/>
                </a:lnTo>
                <a:lnTo>
                  <a:pt x="24626" y="32333"/>
                </a:lnTo>
                <a:lnTo>
                  <a:pt x="32365" y="21598"/>
                </a:lnTo>
                <a:lnTo>
                  <a:pt x="42508" y="15099"/>
                </a:lnTo>
                <a:lnTo>
                  <a:pt x="84890" y="13388"/>
                </a:lnTo>
                <a:lnTo>
                  <a:pt x="103446" y="13388"/>
                </a:lnTo>
                <a:lnTo>
                  <a:pt x="103440" y="0"/>
                </a:lnTo>
                <a:close/>
              </a:path>
              <a:path w="184060" h="141382">
                <a:moveTo>
                  <a:pt x="103446" y="13388"/>
                </a:moveTo>
                <a:lnTo>
                  <a:pt x="84890" y="13388"/>
                </a:lnTo>
                <a:lnTo>
                  <a:pt x="84890" y="58971"/>
                </a:lnTo>
                <a:lnTo>
                  <a:pt x="83168" y="77993"/>
                </a:lnTo>
                <a:lnTo>
                  <a:pt x="78647" y="92524"/>
                </a:lnTo>
                <a:lnTo>
                  <a:pt x="71327" y="102580"/>
                </a:lnTo>
                <a:lnTo>
                  <a:pt x="61207" y="108173"/>
                </a:lnTo>
                <a:lnTo>
                  <a:pt x="109782" y="108173"/>
                </a:lnTo>
                <a:lnTo>
                  <a:pt x="106118" y="101431"/>
                </a:lnTo>
                <a:lnTo>
                  <a:pt x="103480" y="85226"/>
                </a:lnTo>
                <a:lnTo>
                  <a:pt x="103446" y="13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13349" y="381613"/>
            <a:ext cx="323744" cy="208854"/>
          </a:xfrm>
          <a:custGeom>
            <a:avLst/>
            <a:gdLst/>
            <a:ahLst/>
            <a:cxnLst/>
            <a:rect l="l" t="t" r="r" b="b"/>
            <a:pathLst>
              <a:path w="323744" h="208854">
                <a:moveTo>
                  <a:pt x="58693" y="49810"/>
                </a:moveTo>
                <a:lnTo>
                  <a:pt x="20859" y="60460"/>
                </a:lnTo>
                <a:lnTo>
                  <a:pt x="1194" y="95284"/>
                </a:lnTo>
                <a:lnTo>
                  <a:pt x="0" y="106982"/>
                </a:lnTo>
                <a:lnTo>
                  <a:pt x="1082" y="121281"/>
                </a:lnTo>
                <a:lnTo>
                  <a:pt x="20768" y="156056"/>
                </a:lnTo>
                <a:lnTo>
                  <a:pt x="77505" y="166622"/>
                </a:lnTo>
                <a:lnTo>
                  <a:pt x="71502" y="179853"/>
                </a:lnTo>
                <a:lnTo>
                  <a:pt x="61835" y="188190"/>
                </a:lnTo>
                <a:lnTo>
                  <a:pt x="48552" y="191535"/>
                </a:lnTo>
                <a:lnTo>
                  <a:pt x="43767" y="191601"/>
                </a:lnTo>
                <a:lnTo>
                  <a:pt x="43767" y="208854"/>
                </a:lnTo>
                <a:lnTo>
                  <a:pt x="82421" y="194030"/>
                </a:lnTo>
                <a:lnTo>
                  <a:pt x="95083" y="170898"/>
                </a:lnTo>
                <a:lnTo>
                  <a:pt x="100693" y="166622"/>
                </a:lnTo>
                <a:lnTo>
                  <a:pt x="285883" y="166622"/>
                </a:lnTo>
                <a:lnTo>
                  <a:pt x="300418" y="164517"/>
                </a:lnTo>
                <a:lnTo>
                  <a:pt x="311449" y="158212"/>
                </a:lnTo>
                <a:lnTo>
                  <a:pt x="318166" y="148852"/>
                </a:lnTo>
                <a:lnTo>
                  <a:pt x="49689" y="148852"/>
                </a:lnTo>
                <a:lnTo>
                  <a:pt x="37331" y="145853"/>
                </a:lnTo>
                <a:lnTo>
                  <a:pt x="27497" y="136853"/>
                </a:lnTo>
                <a:lnTo>
                  <a:pt x="21438" y="124489"/>
                </a:lnTo>
                <a:lnTo>
                  <a:pt x="18810" y="112532"/>
                </a:lnTo>
                <a:lnTo>
                  <a:pt x="19786" y="97362"/>
                </a:lnTo>
                <a:lnTo>
                  <a:pt x="23228" y="86057"/>
                </a:lnTo>
                <a:lnTo>
                  <a:pt x="33603" y="73088"/>
                </a:lnTo>
                <a:lnTo>
                  <a:pt x="43631" y="67157"/>
                </a:lnTo>
                <a:lnTo>
                  <a:pt x="88823" y="67157"/>
                </a:lnTo>
                <a:lnTo>
                  <a:pt x="83147" y="59996"/>
                </a:lnTo>
                <a:lnTo>
                  <a:pt x="72197" y="53166"/>
                </a:lnTo>
                <a:lnTo>
                  <a:pt x="58693" y="49810"/>
                </a:lnTo>
                <a:close/>
              </a:path>
              <a:path w="323744" h="208854">
                <a:moveTo>
                  <a:pt x="88823" y="67157"/>
                </a:moveTo>
                <a:lnTo>
                  <a:pt x="43631" y="67157"/>
                </a:lnTo>
                <a:lnTo>
                  <a:pt x="59964" y="67954"/>
                </a:lnTo>
                <a:lnTo>
                  <a:pt x="69744" y="72411"/>
                </a:lnTo>
                <a:lnTo>
                  <a:pt x="77244" y="80354"/>
                </a:lnTo>
                <a:lnTo>
                  <a:pt x="79563" y="86787"/>
                </a:lnTo>
                <a:lnTo>
                  <a:pt x="79563" y="148592"/>
                </a:lnTo>
                <a:lnTo>
                  <a:pt x="49689" y="148852"/>
                </a:lnTo>
                <a:lnTo>
                  <a:pt x="98106" y="148852"/>
                </a:lnTo>
                <a:lnTo>
                  <a:pt x="98106" y="100952"/>
                </a:lnTo>
                <a:lnTo>
                  <a:pt x="96358" y="83928"/>
                </a:lnTo>
                <a:lnTo>
                  <a:pt x="91286" y="70263"/>
                </a:lnTo>
                <a:lnTo>
                  <a:pt x="88823" y="67157"/>
                </a:lnTo>
                <a:close/>
              </a:path>
              <a:path w="323744" h="208854">
                <a:moveTo>
                  <a:pt x="182293" y="63154"/>
                </a:moveTo>
                <a:lnTo>
                  <a:pt x="144106" y="79823"/>
                </a:lnTo>
                <a:lnTo>
                  <a:pt x="133651" y="105218"/>
                </a:lnTo>
                <a:lnTo>
                  <a:pt x="134225" y="121281"/>
                </a:lnTo>
                <a:lnTo>
                  <a:pt x="134288" y="122038"/>
                </a:lnTo>
                <a:lnTo>
                  <a:pt x="136834" y="134467"/>
                </a:lnTo>
                <a:lnTo>
                  <a:pt x="141351" y="144216"/>
                </a:lnTo>
                <a:lnTo>
                  <a:pt x="131583" y="148852"/>
                </a:lnTo>
                <a:lnTo>
                  <a:pt x="278596" y="148852"/>
                </a:lnTo>
                <a:lnTo>
                  <a:pt x="278596" y="148592"/>
                </a:lnTo>
                <a:lnTo>
                  <a:pt x="179502" y="148592"/>
                </a:lnTo>
                <a:lnTo>
                  <a:pt x="166253" y="145244"/>
                </a:lnTo>
                <a:lnTo>
                  <a:pt x="157120" y="135995"/>
                </a:lnTo>
                <a:lnTo>
                  <a:pt x="152473" y="122038"/>
                </a:lnTo>
                <a:lnTo>
                  <a:pt x="153900" y="102874"/>
                </a:lnTo>
                <a:lnTo>
                  <a:pt x="158828" y="89373"/>
                </a:lnTo>
                <a:lnTo>
                  <a:pt x="167083" y="81217"/>
                </a:lnTo>
                <a:lnTo>
                  <a:pt x="178493" y="78087"/>
                </a:lnTo>
                <a:lnTo>
                  <a:pt x="212161" y="78087"/>
                </a:lnTo>
                <a:lnTo>
                  <a:pt x="205007" y="70712"/>
                </a:lnTo>
                <a:lnTo>
                  <a:pt x="194543" y="65326"/>
                </a:lnTo>
                <a:lnTo>
                  <a:pt x="182293" y="63154"/>
                </a:lnTo>
                <a:close/>
              </a:path>
              <a:path w="323744" h="208854">
                <a:moveTo>
                  <a:pt x="323744" y="0"/>
                </a:moveTo>
                <a:lnTo>
                  <a:pt x="305721" y="0"/>
                </a:lnTo>
                <a:lnTo>
                  <a:pt x="305721" y="125162"/>
                </a:lnTo>
                <a:lnTo>
                  <a:pt x="304433" y="133399"/>
                </a:lnTo>
                <a:lnTo>
                  <a:pt x="301853" y="138035"/>
                </a:lnTo>
                <a:lnTo>
                  <a:pt x="298250" y="145249"/>
                </a:lnTo>
                <a:lnTo>
                  <a:pt x="291034" y="148852"/>
                </a:lnTo>
                <a:lnTo>
                  <a:pt x="318166" y="148852"/>
                </a:lnTo>
                <a:lnTo>
                  <a:pt x="318978" y="147721"/>
                </a:lnTo>
                <a:lnTo>
                  <a:pt x="322912" y="133399"/>
                </a:lnTo>
                <a:lnTo>
                  <a:pt x="323014" y="131339"/>
                </a:lnTo>
                <a:lnTo>
                  <a:pt x="323744" y="0"/>
                </a:lnTo>
                <a:close/>
              </a:path>
              <a:path w="323744" h="208854">
                <a:moveTo>
                  <a:pt x="212161" y="78087"/>
                </a:moveTo>
                <a:lnTo>
                  <a:pt x="178493" y="78087"/>
                </a:lnTo>
                <a:lnTo>
                  <a:pt x="192361" y="80938"/>
                </a:lnTo>
                <a:lnTo>
                  <a:pt x="201626" y="89438"/>
                </a:lnTo>
                <a:lnTo>
                  <a:pt x="206085" y="102874"/>
                </a:lnTo>
                <a:lnTo>
                  <a:pt x="206132" y="105218"/>
                </a:lnTo>
                <a:lnTo>
                  <a:pt x="205007" y="123637"/>
                </a:lnTo>
                <a:lnTo>
                  <a:pt x="200512" y="137436"/>
                </a:lnTo>
                <a:lnTo>
                  <a:pt x="192783" y="145487"/>
                </a:lnTo>
                <a:lnTo>
                  <a:pt x="181847" y="148522"/>
                </a:lnTo>
                <a:lnTo>
                  <a:pt x="179502" y="148592"/>
                </a:lnTo>
                <a:lnTo>
                  <a:pt x="213237" y="148592"/>
                </a:lnTo>
                <a:lnTo>
                  <a:pt x="220001" y="138302"/>
                </a:lnTo>
                <a:lnTo>
                  <a:pt x="224057" y="126240"/>
                </a:lnTo>
                <a:lnTo>
                  <a:pt x="223210" y="107074"/>
                </a:lnTo>
                <a:lnTo>
                  <a:pt x="219659" y="91797"/>
                </a:lnTo>
                <a:lnTo>
                  <a:pt x="219561" y="91439"/>
                </a:lnTo>
                <a:lnTo>
                  <a:pt x="213438" y="79403"/>
                </a:lnTo>
                <a:lnTo>
                  <a:pt x="212161" y="78087"/>
                </a:lnTo>
                <a:close/>
              </a:path>
              <a:path w="323744" h="208854">
                <a:moveTo>
                  <a:pt x="193071" y="24754"/>
                </a:moveTo>
                <a:lnTo>
                  <a:pt x="192896" y="43263"/>
                </a:lnTo>
                <a:lnTo>
                  <a:pt x="204700" y="47742"/>
                </a:lnTo>
                <a:lnTo>
                  <a:pt x="215776" y="54104"/>
                </a:lnTo>
                <a:lnTo>
                  <a:pt x="242213" y="83249"/>
                </a:lnTo>
                <a:lnTo>
                  <a:pt x="253239" y="123637"/>
                </a:lnTo>
                <a:lnTo>
                  <a:pt x="253297" y="135995"/>
                </a:lnTo>
                <a:lnTo>
                  <a:pt x="252642" y="141905"/>
                </a:lnTo>
                <a:lnTo>
                  <a:pt x="251094" y="148592"/>
                </a:lnTo>
                <a:lnTo>
                  <a:pt x="270153" y="148592"/>
                </a:lnTo>
                <a:lnTo>
                  <a:pt x="270664" y="142930"/>
                </a:lnTo>
                <a:lnTo>
                  <a:pt x="270874" y="138302"/>
                </a:lnTo>
                <a:lnTo>
                  <a:pt x="270921" y="131339"/>
                </a:lnTo>
                <a:lnTo>
                  <a:pt x="270271" y="117369"/>
                </a:lnTo>
                <a:lnTo>
                  <a:pt x="260586" y="80236"/>
                </a:lnTo>
                <a:lnTo>
                  <a:pt x="236250" y="48238"/>
                </a:lnTo>
                <a:lnTo>
                  <a:pt x="203514" y="27707"/>
                </a:lnTo>
                <a:lnTo>
                  <a:pt x="193071" y="24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80631" y="381612"/>
            <a:ext cx="0" cy="166625"/>
          </a:xfrm>
          <a:custGeom>
            <a:avLst/>
            <a:gdLst/>
            <a:ahLst/>
            <a:cxnLst/>
            <a:rect l="l" t="t" r="r" b="b"/>
            <a:pathLst>
              <a:path h="166625">
                <a:moveTo>
                  <a:pt x="0" y="0"/>
                </a:moveTo>
                <a:lnTo>
                  <a:pt x="0" y="166625"/>
                </a:lnTo>
              </a:path>
            </a:pathLst>
          </a:custGeom>
          <a:ln w="1929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1138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77524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43862" y="364760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7999" y="0"/>
                </a:moveTo>
                <a:lnTo>
                  <a:pt x="5189" y="0"/>
                </a:lnTo>
                <a:lnTo>
                  <a:pt x="0" y="5194"/>
                </a:lnTo>
                <a:lnTo>
                  <a:pt x="0" y="18004"/>
                </a:lnTo>
                <a:lnTo>
                  <a:pt x="5189" y="23196"/>
                </a:lnTo>
                <a:lnTo>
                  <a:pt x="17999" y="23196"/>
                </a:lnTo>
                <a:lnTo>
                  <a:pt x="23194" y="18004"/>
                </a:lnTo>
                <a:lnTo>
                  <a:pt x="23194" y="5194"/>
                </a:lnTo>
                <a:lnTo>
                  <a:pt x="17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80238" y="364760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7" y="0"/>
                </a:moveTo>
                <a:lnTo>
                  <a:pt x="5198" y="0"/>
                </a:lnTo>
                <a:lnTo>
                  <a:pt x="0" y="5194"/>
                </a:lnTo>
                <a:lnTo>
                  <a:pt x="0" y="18004"/>
                </a:lnTo>
                <a:lnTo>
                  <a:pt x="5198" y="23196"/>
                </a:lnTo>
                <a:lnTo>
                  <a:pt x="18007" y="23196"/>
                </a:lnTo>
                <a:lnTo>
                  <a:pt x="23200" y="18004"/>
                </a:lnTo>
                <a:lnTo>
                  <a:pt x="23200" y="5194"/>
                </a:lnTo>
                <a:lnTo>
                  <a:pt x="18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79115" y="390889"/>
            <a:ext cx="23196" cy="23194"/>
          </a:xfrm>
          <a:custGeom>
            <a:avLst/>
            <a:gdLst/>
            <a:ahLst/>
            <a:cxnLst/>
            <a:rect l="l" t="t" r="r" b="b"/>
            <a:pathLst>
              <a:path w="23196" h="23194">
                <a:moveTo>
                  <a:pt x="18004" y="0"/>
                </a:moveTo>
                <a:lnTo>
                  <a:pt x="5194" y="0"/>
                </a:lnTo>
                <a:lnTo>
                  <a:pt x="0" y="5187"/>
                </a:lnTo>
                <a:lnTo>
                  <a:pt x="0" y="18000"/>
                </a:lnTo>
                <a:lnTo>
                  <a:pt x="5194" y="23194"/>
                </a:lnTo>
                <a:lnTo>
                  <a:pt x="18004" y="23194"/>
                </a:lnTo>
                <a:lnTo>
                  <a:pt x="23196" y="18000"/>
                </a:lnTo>
                <a:lnTo>
                  <a:pt x="23196" y="5187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15501" y="390889"/>
            <a:ext cx="23197" cy="23194"/>
          </a:xfrm>
          <a:custGeom>
            <a:avLst/>
            <a:gdLst/>
            <a:ahLst/>
            <a:cxnLst/>
            <a:rect l="l" t="t" r="r" b="b"/>
            <a:pathLst>
              <a:path w="23197" h="23194">
                <a:moveTo>
                  <a:pt x="18006" y="0"/>
                </a:moveTo>
                <a:lnTo>
                  <a:pt x="5193" y="0"/>
                </a:lnTo>
                <a:lnTo>
                  <a:pt x="0" y="5187"/>
                </a:lnTo>
                <a:lnTo>
                  <a:pt x="0" y="18000"/>
                </a:lnTo>
                <a:lnTo>
                  <a:pt x="5193" y="23194"/>
                </a:lnTo>
                <a:lnTo>
                  <a:pt x="18006" y="23194"/>
                </a:lnTo>
                <a:lnTo>
                  <a:pt x="23197" y="18000"/>
                </a:lnTo>
                <a:lnTo>
                  <a:pt x="23197" y="5187"/>
                </a:lnTo>
                <a:lnTo>
                  <a:pt x="18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68314" y="564443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8002" y="0"/>
                </a:moveTo>
                <a:lnTo>
                  <a:pt x="5191" y="0"/>
                </a:lnTo>
                <a:lnTo>
                  <a:pt x="0" y="5195"/>
                </a:lnTo>
                <a:lnTo>
                  <a:pt x="0" y="18002"/>
                </a:lnTo>
                <a:lnTo>
                  <a:pt x="5191" y="23196"/>
                </a:lnTo>
                <a:lnTo>
                  <a:pt x="18002" y="23196"/>
                </a:lnTo>
                <a:lnTo>
                  <a:pt x="23194" y="18002"/>
                </a:lnTo>
                <a:lnTo>
                  <a:pt x="23194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04696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2" y="0"/>
                </a:moveTo>
                <a:lnTo>
                  <a:pt x="5195" y="0"/>
                </a:lnTo>
                <a:lnTo>
                  <a:pt x="0" y="5195"/>
                </a:lnTo>
                <a:lnTo>
                  <a:pt x="0" y="18002"/>
                </a:lnTo>
                <a:lnTo>
                  <a:pt x="5195" y="23196"/>
                </a:lnTo>
                <a:lnTo>
                  <a:pt x="18002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61482" y="564443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8" y="0"/>
                </a:moveTo>
                <a:lnTo>
                  <a:pt x="5198" y="0"/>
                </a:lnTo>
                <a:lnTo>
                  <a:pt x="0" y="5195"/>
                </a:lnTo>
                <a:lnTo>
                  <a:pt x="0" y="18002"/>
                </a:lnTo>
                <a:lnTo>
                  <a:pt x="5198" y="23196"/>
                </a:lnTo>
                <a:lnTo>
                  <a:pt x="18008" y="23196"/>
                </a:lnTo>
                <a:lnTo>
                  <a:pt x="23200" y="18002"/>
                </a:lnTo>
                <a:lnTo>
                  <a:pt x="23200" y="5195"/>
                </a:lnTo>
                <a:lnTo>
                  <a:pt x="18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97868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4" y="0"/>
                </a:moveTo>
                <a:lnTo>
                  <a:pt x="5194" y="0"/>
                </a:lnTo>
                <a:lnTo>
                  <a:pt x="0" y="5195"/>
                </a:lnTo>
                <a:lnTo>
                  <a:pt x="0" y="18002"/>
                </a:lnTo>
                <a:lnTo>
                  <a:pt x="5194" y="23196"/>
                </a:lnTo>
                <a:lnTo>
                  <a:pt x="18004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4558" y="729190"/>
            <a:ext cx="147326" cy="204603"/>
          </a:xfrm>
          <a:custGeom>
            <a:avLst/>
            <a:gdLst/>
            <a:ahLst/>
            <a:cxnLst/>
            <a:rect l="l" t="t" r="r" b="b"/>
            <a:pathLst>
              <a:path w="147326" h="204603">
                <a:moveTo>
                  <a:pt x="20818" y="0"/>
                </a:moveTo>
                <a:lnTo>
                  <a:pt x="0" y="0"/>
                </a:lnTo>
                <a:lnTo>
                  <a:pt x="39" y="144229"/>
                </a:lnTo>
                <a:lnTo>
                  <a:pt x="15522" y="182358"/>
                </a:lnTo>
                <a:lnTo>
                  <a:pt x="51944" y="202281"/>
                </a:lnTo>
                <a:lnTo>
                  <a:pt x="66099" y="204603"/>
                </a:lnTo>
                <a:lnTo>
                  <a:pt x="85513" y="203310"/>
                </a:lnTo>
                <a:lnTo>
                  <a:pt x="102190" y="199446"/>
                </a:lnTo>
                <a:lnTo>
                  <a:pt x="116174" y="193404"/>
                </a:lnTo>
                <a:lnTo>
                  <a:pt x="127511" y="185574"/>
                </a:lnTo>
                <a:lnTo>
                  <a:pt x="128686" y="184335"/>
                </a:lnTo>
                <a:lnTo>
                  <a:pt x="77232" y="184335"/>
                </a:lnTo>
                <a:lnTo>
                  <a:pt x="58234" y="182463"/>
                </a:lnTo>
                <a:lnTo>
                  <a:pt x="24750" y="159895"/>
                </a:lnTo>
                <a:lnTo>
                  <a:pt x="20818" y="144229"/>
                </a:lnTo>
                <a:lnTo>
                  <a:pt x="20818" y="0"/>
                </a:lnTo>
                <a:close/>
              </a:path>
              <a:path w="147326" h="204603">
                <a:moveTo>
                  <a:pt x="147326" y="0"/>
                </a:moveTo>
                <a:lnTo>
                  <a:pt x="126508" y="0"/>
                </a:lnTo>
                <a:lnTo>
                  <a:pt x="126446" y="144229"/>
                </a:lnTo>
                <a:lnTo>
                  <a:pt x="123734" y="157661"/>
                </a:lnTo>
                <a:lnTo>
                  <a:pt x="116216" y="168659"/>
                </a:lnTo>
                <a:lnTo>
                  <a:pt x="105157" y="176828"/>
                </a:lnTo>
                <a:lnTo>
                  <a:pt x="91761" y="182083"/>
                </a:lnTo>
                <a:lnTo>
                  <a:pt x="77232" y="184335"/>
                </a:lnTo>
                <a:lnTo>
                  <a:pt x="128686" y="184335"/>
                </a:lnTo>
                <a:lnTo>
                  <a:pt x="136250" y="176350"/>
                </a:lnTo>
                <a:lnTo>
                  <a:pt x="142434" y="166123"/>
                </a:lnTo>
                <a:lnTo>
                  <a:pt x="146111" y="155285"/>
                </a:lnTo>
                <a:lnTo>
                  <a:pt x="147326" y="144229"/>
                </a:lnTo>
                <a:lnTo>
                  <a:pt x="1473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80116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2" y="0"/>
                </a:moveTo>
                <a:lnTo>
                  <a:pt x="81587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80" y="197024"/>
                </a:lnTo>
                <a:lnTo>
                  <a:pt x="29679" y="186812"/>
                </a:lnTo>
                <a:lnTo>
                  <a:pt x="34442" y="175163"/>
                </a:lnTo>
                <a:lnTo>
                  <a:pt x="39888" y="162029"/>
                </a:lnTo>
                <a:lnTo>
                  <a:pt x="47857" y="143054"/>
                </a:lnTo>
                <a:lnTo>
                  <a:pt x="153854" y="143054"/>
                </a:lnTo>
                <a:lnTo>
                  <a:pt x="146450" y="124372"/>
                </a:lnTo>
                <a:lnTo>
                  <a:pt x="55567" y="124372"/>
                </a:lnTo>
                <a:lnTo>
                  <a:pt x="89730" y="28468"/>
                </a:lnTo>
                <a:lnTo>
                  <a:pt x="108444" y="28468"/>
                </a:lnTo>
                <a:lnTo>
                  <a:pt x="97162" y="0"/>
                </a:lnTo>
                <a:close/>
              </a:path>
              <a:path w="178739" h="205849">
                <a:moveTo>
                  <a:pt x="153854" y="143054"/>
                </a:moveTo>
                <a:lnTo>
                  <a:pt x="131237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4" y="143054"/>
                </a:lnTo>
                <a:close/>
              </a:path>
              <a:path w="178739" h="205849">
                <a:moveTo>
                  <a:pt x="108444" y="28468"/>
                </a:moveTo>
                <a:lnTo>
                  <a:pt x="89730" y="28468"/>
                </a:lnTo>
                <a:lnTo>
                  <a:pt x="123126" y="124372"/>
                </a:lnTo>
                <a:lnTo>
                  <a:pt x="146450" y="124372"/>
                </a:lnTo>
                <a:lnTo>
                  <a:pt x="108444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85874" y="925830"/>
            <a:ext cx="119887" cy="0"/>
          </a:xfrm>
          <a:custGeom>
            <a:avLst/>
            <a:gdLst/>
            <a:ahLst/>
            <a:cxnLst/>
            <a:rect l="l" t="t" r="r" b="b"/>
            <a:pathLst>
              <a:path w="119887">
                <a:moveTo>
                  <a:pt x="0" y="0"/>
                </a:moveTo>
                <a:lnTo>
                  <a:pt x="119887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96283" y="753109"/>
            <a:ext cx="0" cy="162560"/>
          </a:xfrm>
          <a:custGeom>
            <a:avLst/>
            <a:gdLst/>
            <a:ahLst/>
            <a:cxnLst/>
            <a:rect l="l" t="t" r="r" b="b"/>
            <a:pathLst>
              <a:path h="162560">
                <a:moveTo>
                  <a:pt x="0" y="0"/>
                </a:moveTo>
                <a:lnTo>
                  <a:pt x="0" y="162560"/>
                </a:lnTo>
              </a:path>
            </a:pathLst>
          </a:custGeom>
          <a:ln w="2208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85874" y="834389"/>
            <a:ext cx="117449" cy="0"/>
          </a:xfrm>
          <a:custGeom>
            <a:avLst/>
            <a:gdLst/>
            <a:ahLst/>
            <a:cxnLst/>
            <a:rect l="l" t="t" r="r" b="b"/>
            <a:pathLst>
              <a:path w="117449">
                <a:moveTo>
                  <a:pt x="0" y="0"/>
                </a:moveTo>
                <a:lnTo>
                  <a:pt x="117449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85874" y="742950"/>
            <a:ext cx="119585" cy="0"/>
          </a:xfrm>
          <a:custGeom>
            <a:avLst/>
            <a:gdLst/>
            <a:ahLst/>
            <a:cxnLst/>
            <a:rect l="l" t="t" r="r" b="b"/>
            <a:pathLst>
              <a:path w="119585">
                <a:moveTo>
                  <a:pt x="0" y="0"/>
                </a:moveTo>
                <a:lnTo>
                  <a:pt x="119585" y="0"/>
                </a:lnTo>
              </a:path>
            </a:pathLst>
          </a:custGeom>
          <a:ln w="2158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23321" y="732720"/>
            <a:ext cx="136893" cy="203104"/>
          </a:xfrm>
          <a:custGeom>
            <a:avLst/>
            <a:gdLst/>
            <a:ahLst/>
            <a:cxnLst/>
            <a:rect l="l" t="t" r="r" b="b"/>
            <a:pathLst>
              <a:path w="136893" h="203104">
                <a:moveTo>
                  <a:pt x="72899" y="0"/>
                </a:moveTo>
                <a:lnTo>
                  <a:pt x="0" y="0"/>
                </a:lnTo>
                <a:lnTo>
                  <a:pt x="0" y="203104"/>
                </a:lnTo>
                <a:lnTo>
                  <a:pt x="20815" y="203104"/>
                </a:lnTo>
                <a:lnTo>
                  <a:pt x="20815" y="132083"/>
                </a:lnTo>
                <a:lnTo>
                  <a:pt x="72899" y="132083"/>
                </a:lnTo>
                <a:lnTo>
                  <a:pt x="89783" y="130223"/>
                </a:lnTo>
                <a:lnTo>
                  <a:pt x="103984" y="125028"/>
                </a:lnTo>
                <a:lnTo>
                  <a:pt x="115562" y="117077"/>
                </a:lnTo>
                <a:lnTo>
                  <a:pt x="120194" y="111875"/>
                </a:lnTo>
                <a:lnTo>
                  <a:pt x="20815" y="111875"/>
                </a:lnTo>
                <a:lnTo>
                  <a:pt x="20815" y="20815"/>
                </a:lnTo>
                <a:lnTo>
                  <a:pt x="120522" y="20815"/>
                </a:lnTo>
                <a:lnTo>
                  <a:pt x="118933" y="18653"/>
                </a:lnTo>
                <a:lnTo>
                  <a:pt x="108562" y="9857"/>
                </a:lnTo>
                <a:lnTo>
                  <a:pt x="95727" y="3590"/>
                </a:lnTo>
                <a:lnTo>
                  <a:pt x="80371" y="344"/>
                </a:lnTo>
                <a:lnTo>
                  <a:pt x="72899" y="0"/>
                </a:lnTo>
                <a:close/>
              </a:path>
              <a:path w="136893" h="203104">
                <a:moveTo>
                  <a:pt x="120522" y="20815"/>
                </a:moveTo>
                <a:lnTo>
                  <a:pt x="72899" y="20815"/>
                </a:lnTo>
                <a:lnTo>
                  <a:pt x="89069" y="23468"/>
                </a:lnTo>
                <a:lnTo>
                  <a:pt x="101409" y="30609"/>
                </a:lnTo>
                <a:lnTo>
                  <a:pt x="110050" y="41010"/>
                </a:lnTo>
                <a:lnTo>
                  <a:pt x="115120" y="53443"/>
                </a:lnTo>
                <a:lnTo>
                  <a:pt x="113940" y="73632"/>
                </a:lnTo>
                <a:lnTo>
                  <a:pt x="92462" y="107186"/>
                </a:lnTo>
                <a:lnTo>
                  <a:pt x="72899" y="111875"/>
                </a:lnTo>
                <a:lnTo>
                  <a:pt x="120194" y="111875"/>
                </a:lnTo>
                <a:lnTo>
                  <a:pt x="124579" y="106950"/>
                </a:lnTo>
                <a:lnTo>
                  <a:pt x="131099" y="95226"/>
                </a:lnTo>
                <a:lnTo>
                  <a:pt x="135183" y="82484"/>
                </a:lnTo>
                <a:lnTo>
                  <a:pt x="136893" y="69304"/>
                </a:lnTo>
                <a:lnTo>
                  <a:pt x="135818" y="55303"/>
                </a:lnTo>
                <a:lnTo>
                  <a:pt x="132504" y="41867"/>
                </a:lnTo>
                <a:lnTo>
                  <a:pt x="126894" y="29486"/>
                </a:lnTo>
                <a:lnTo>
                  <a:pt x="120522" y="20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61997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0" y="0"/>
                </a:moveTo>
                <a:lnTo>
                  <a:pt x="81583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79" y="197024"/>
                </a:lnTo>
                <a:lnTo>
                  <a:pt x="29678" y="186811"/>
                </a:lnTo>
                <a:lnTo>
                  <a:pt x="34440" y="175162"/>
                </a:lnTo>
                <a:lnTo>
                  <a:pt x="39886" y="162027"/>
                </a:lnTo>
                <a:lnTo>
                  <a:pt x="46036" y="147358"/>
                </a:lnTo>
                <a:lnTo>
                  <a:pt x="47861" y="143054"/>
                </a:lnTo>
                <a:lnTo>
                  <a:pt x="153853" y="143054"/>
                </a:lnTo>
                <a:lnTo>
                  <a:pt x="146449" y="124372"/>
                </a:lnTo>
                <a:lnTo>
                  <a:pt x="55563" y="124372"/>
                </a:lnTo>
                <a:lnTo>
                  <a:pt x="89728" y="28468"/>
                </a:lnTo>
                <a:lnTo>
                  <a:pt x="108442" y="28468"/>
                </a:lnTo>
                <a:lnTo>
                  <a:pt x="97160" y="0"/>
                </a:lnTo>
                <a:close/>
              </a:path>
              <a:path w="178739" h="205849">
                <a:moveTo>
                  <a:pt x="153853" y="143054"/>
                </a:moveTo>
                <a:lnTo>
                  <a:pt x="131235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3" y="143054"/>
                </a:lnTo>
                <a:close/>
              </a:path>
              <a:path w="178739" h="205849">
                <a:moveTo>
                  <a:pt x="108442" y="28468"/>
                </a:moveTo>
                <a:lnTo>
                  <a:pt x="89728" y="28468"/>
                </a:lnTo>
                <a:lnTo>
                  <a:pt x="123122" y="124372"/>
                </a:lnTo>
                <a:lnTo>
                  <a:pt x="146449" y="124372"/>
                </a:lnTo>
                <a:lnTo>
                  <a:pt x="108442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62543" y="729199"/>
            <a:ext cx="145829" cy="206947"/>
          </a:xfrm>
          <a:custGeom>
            <a:avLst/>
            <a:gdLst/>
            <a:ahLst/>
            <a:cxnLst/>
            <a:rect l="l" t="t" r="r" b="b"/>
            <a:pathLst>
              <a:path w="145829" h="206947">
                <a:moveTo>
                  <a:pt x="20928" y="153304"/>
                </a:moveTo>
                <a:lnTo>
                  <a:pt x="0" y="153715"/>
                </a:lnTo>
                <a:lnTo>
                  <a:pt x="104" y="154529"/>
                </a:lnTo>
                <a:lnTo>
                  <a:pt x="2575" y="165157"/>
                </a:lnTo>
                <a:lnTo>
                  <a:pt x="39086" y="200929"/>
                </a:lnTo>
                <a:lnTo>
                  <a:pt x="71571" y="206947"/>
                </a:lnTo>
                <a:lnTo>
                  <a:pt x="86155" y="205774"/>
                </a:lnTo>
                <a:lnTo>
                  <a:pt x="100306" y="202323"/>
                </a:lnTo>
                <a:lnTo>
                  <a:pt x="113475" y="196699"/>
                </a:lnTo>
                <a:lnTo>
                  <a:pt x="125112" y="189004"/>
                </a:lnTo>
                <a:lnTo>
                  <a:pt x="127430" y="186659"/>
                </a:lnTo>
                <a:lnTo>
                  <a:pt x="75353" y="186659"/>
                </a:lnTo>
                <a:lnTo>
                  <a:pt x="60278" y="185328"/>
                </a:lnTo>
                <a:lnTo>
                  <a:pt x="46299" y="181295"/>
                </a:lnTo>
                <a:lnTo>
                  <a:pt x="34435" y="174643"/>
                </a:lnTo>
                <a:lnTo>
                  <a:pt x="25705" y="165458"/>
                </a:lnTo>
                <a:lnTo>
                  <a:pt x="21057" y="153896"/>
                </a:lnTo>
                <a:lnTo>
                  <a:pt x="20928" y="153304"/>
                </a:lnTo>
                <a:close/>
              </a:path>
              <a:path w="145829" h="206947">
                <a:moveTo>
                  <a:pt x="77130" y="0"/>
                </a:moveTo>
                <a:lnTo>
                  <a:pt x="35531" y="8175"/>
                </a:lnTo>
                <a:lnTo>
                  <a:pt x="2968" y="45727"/>
                </a:lnTo>
                <a:lnTo>
                  <a:pt x="1341" y="57157"/>
                </a:lnTo>
                <a:lnTo>
                  <a:pt x="1541" y="62941"/>
                </a:lnTo>
                <a:lnTo>
                  <a:pt x="21095" y="99108"/>
                </a:lnTo>
                <a:lnTo>
                  <a:pt x="60198" y="111923"/>
                </a:lnTo>
                <a:lnTo>
                  <a:pt x="77694" y="113902"/>
                </a:lnTo>
                <a:lnTo>
                  <a:pt x="93196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3"/>
                </a:lnTo>
                <a:lnTo>
                  <a:pt x="114720" y="170841"/>
                </a:lnTo>
                <a:lnTo>
                  <a:pt x="103616" y="179008"/>
                </a:lnTo>
                <a:lnTo>
                  <a:pt x="90103" y="184349"/>
                </a:lnTo>
                <a:lnTo>
                  <a:pt x="75353" y="186659"/>
                </a:lnTo>
                <a:lnTo>
                  <a:pt x="127430" y="186659"/>
                </a:lnTo>
                <a:lnTo>
                  <a:pt x="134666" y="179341"/>
                </a:lnTo>
                <a:lnTo>
                  <a:pt x="141587" y="167815"/>
                </a:lnTo>
                <a:lnTo>
                  <a:pt x="145325" y="154529"/>
                </a:lnTo>
                <a:lnTo>
                  <a:pt x="145829" y="143417"/>
                </a:lnTo>
                <a:lnTo>
                  <a:pt x="145309" y="138675"/>
                </a:lnTo>
                <a:lnTo>
                  <a:pt x="120495" y="104839"/>
                </a:lnTo>
                <a:lnTo>
                  <a:pt x="80155" y="93498"/>
                </a:lnTo>
                <a:lnTo>
                  <a:pt x="61079" y="91283"/>
                </a:lnTo>
                <a:lnTo>
                  <a:pt x="46883" y="88331"/>
                </a:lnTo>
                <a:lnTo>
                  <a:pt x="34393" y="82757"/>
                </a:lnTo>
                <a:lnTo>
                  <a:pt x="25472" y="73345"/>
                </a:lnTo>
                <a:lnTo>
                  <a:pt x="23284" y="55802"/>
                </a:lnTo>
                <a:lnTo>
                  <a:pt x="24655" y="44730"/>
                </a:lnTo>
                <a:lnTo>
                  <a:pt x="56479" y="21658"/>
                </a:lnTo>
                <a:lnTo>
                  <a:pt x="72075" y="19775"/>
                </a:lnTo>
                <a:lnTo>
                  <a:pt x="124910" y="19775"/>
                </a:lnTo>
                <a:lnTo>
                  <a:pt x="114721" y="11456"/>
                </a:lnTo>
                <a:lnTo>
                  <a:pt x="102678" y="5384"/>
                </a:lnTo>
                <a:lnTo>
                  <a:pt x="89902" y="1641"/>
                </a:lnTo>
                <a:lnTo>
                  <a:pt x="77130" y="0"/>
                </a:lnTo>
                <a:close/>
              </a:path>
              <a:path w="145829" h="206947">
                <a:moveTo>
                  <a:pt x="124910" y="19775"/>
                </a:moveTo>
                <a:lnTo>
                  <a:pt x="72075" y="19775"/>
                </a:lnTo>
                <a:lnTo>
                  <a:pt x="84816" y="21039"/>
                </a:lnTo>
                <a:lnTo>
                  <a:pt x="97673" y="25134"/>
                </a:lnTo>
                <a:lnTo>
                  <a:pt x="109022" y="32515"/>
                </a:lnTo>
                <a:lnTo>
                  <a:pt x="117241" y="43636"/>
                </a:lnTo>
                <a:lnTo>
                  <a:pt x="139051" y="45927"/>
                </a:lnTo>
                <a:lnTo>
                  <a:pt x="133647" y="31500"/>
                </a:lnTo>
                <a:lnTo>
                  <a:pt x="125290" y="20086"/>
                </a:lnTo>
                <a:lnTo>
                  <a:pt x="124910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43602" y="729199"/>
            <a:ext cx="145826" cy="206945"/>
          </a:xfrm>
          <a:custGeom>
            <a:avLst/>
            <a:gdLst/>
            <a:ahLst/>
            <a:cxnLst/>
            <a:rect l="l" t="t" r="r" b="b"/>
            <a:pathLst>
              <a:path w="145826" h="206945">
                <a:moveTo>
                  <a:pt x="20925" y="153304"/>
                </a:moveTo>
                <a:lnTo>
                  <a:pt x="0" y="153717"/>
                </a:lnTo>
                <a:lnTo>
                  <a:pt x="100" y="154526"/>
                </a:lnTo>
                <a:lnTo>
                  <a:pt x="2572" y="165157"/>
                </a:lnTo>
                <a:lnTo>
                  <a:pt x="39084" y="200926"/>
                </a:lnTo>
                <a:lnTo>
                  <a:pt x="71570" y="206945"/>
                </a:lnTo>
                <a:lnTo>
                  <a:pt x="86153" y="205772"/>
                </a:lnTo>
                <a:lnTo>
                  <a:pt x="100305" y="202321"/>
                </a:lnTo>
                <a:lnTo>
                  <a:pt x="113474" y="196696"/>
                </a:lnTo>
                <a:lnTo>
                  <a:pt x="125110" y="189001"/>
                </a:lnTo>
                <a:lnTo>
                  <a:pt x="127426" y="186659"/>
                </a:lnTo>
                <a:lnTo>
                  <a:pt x="75353" y="186659"/>
                </a:lnTo>
                <a:lnTo>
                  <a:pt x="60277" y="185328"/>
                </a:lnTo>
                <a:lnTo>
                  <a:pt x="46298" y="181295"/>
                </a:lnTo>
                <a:lnTo>
                  <a:pt x="34434" y="174644"/>
                </a:lnTo>
                <a:lnTo>
                  <a:pt x="25703" y="165460"/>
                </a:lnTo>
                <a:lnTo>
                  <a:pt x="21054" y="153896"/>
                </a:lnTo>
                <a:lnTo>
                  <a:pt x="20925" y="153304"/>
                </a:lnTo>
                <a:close/>
              </a:path>
              <a:path w="145826" h="206945">
                <a:moveTo>
                  <a:pt x="77130" y="0"/>
                </a:moveTo>
                <a:lnTo>
                  <a:pt x="35529" y="8174"/>
                </a:lnTo>
                <a:lnTo>
                  <a:pt x="2967" y="45727"/>
                </a:lnTo>
                <a:lnTo>
                  <a:pt x="1339" y="57157"/>
                </a:lnTo>
                <a:lnTo>
                  <a:pt x="1539" y="62941"/>
                </a:lnTo>
                <a:lnTo>
                  <a:pt x="21092" y="99108"/>
                </a:lnTo>
                <a:lnTo>
                  <a:pt x="60194" y="111923"/>
                </a:lnTo>
                <a:lnTo>
                  <a:pt x="77691" y="113902"/>
                </a:lnTo>
                <a:lnTo>
                  <a:pt x="93193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1"/>
                </a:lnTo>
                <a:lnTo>
                  <a:pt x="114721" y="170839"/>
                </a:lnTo>
                <a:lnTo>
                  <a:pt x="103617" y="179006"/>
                </a:lnTo>
                <a:lnTo>
                  <a:pt x="90103" y="184348"/>
                </a:lnTo>
                <a:lnTo>
                  <a:pt x="75353" y="186659"/>
                </a:lnTo>
                <a:lnTo>
                  <a:pt x="127426" y="186659"/>
                </a:lnTo>
                <a:lnTo>
                  <a:pt x="134664" y="179339"/>
                </a:lnTo>
                <a:lnTo>
                  <a:pt x="141585" y="167813"/>
                </a:lnTo>
                <a:lnTo>
                  <a:pt x="145323" y="154526"/>
                </a:lnTo>
                <a:lnTo>
                  <a:pt x="145826" y="143445"/>
                </a:lnTo>
                <a:lnTo>
                  <a:pt x="145315" y="138738"/>
                </a:lnTo>
                <a:lnTo>
                  <a:pt x="120499" y="104873"/>
                </a:lnTo>
                <a:lnTo>
                  <a:pt x="80229" y="93507"/>
                </a:lnTo>
                <a:lnTo>
                  <a:pt x="64813" y="91786"/>
                </a:lnTo>
                <a:lnTo>
                  <a:pt x="50058" y="89050"/>
                </a:lnTo>
                <a:lnTo>
                  <a:pt x="37236" y="84298"/>
                </a:lnTo>
                <a:lnTo>
                  <a:pt x="27623" y="76527"/>
                </a:lnTo>
                <a:lnTo>
                  <a:pt x="22492" y="64734"/>
                </a:lnTo>
                <a:lnTo>
                  <a:pt x="22891" y="50217"/>
                </a:lnTo>
                <a:lnTo>
                  <a:pt x="59832" y="20873"/>
                </a:lnTo>
                <a:lnTo>
                  <a:pt x="72071" y="19775"/>
                </a:lnTo>
                <a:lnTo>
                  <a:pt x="124908" y="19775"/>
                </a:lnTo>
                <a:lnTo>
                  <a:pt x="114720" y="11457"/>
                </a:lnTo>
                <a:lnTo>
                  <a:pt x="102677" y="5385"/>
                </a:lnTo>
                <a:lnTo>
                  <a:pt x="89900" y="1641"/>
                </a:lnTo>
                <a:lnTo>
                  <a:pt x="77130" y="0"/>
                </a:lnTo>
                <a:close/>
              </a:path>
              <a:path w="145826" h="206945">
                <a:moveTo>
                  <a:pt x="124908" y="19775"/>
                </a:moveTo>
                <a:lnTo>
                  <a:pt x="72071" y="19775"/>
                </a:lnTo>
                <a:lnTo>
                  <a:pt x="84814" y="21039"/>
                </a:lnTo>
                <a:lnTo>
                  <a:pt x="97671" y="25134"/>
                </a:lnTo>
                <a:lnTo>
                  <a:pt x="109020" y="32514"/>
                </a:lnTo>
                <a:lnTo>
                  <a:pt x="117240" y="43633"/>
                </a:lnTo>
                <a:lnTo>
                  <a:pt x="139051" y="45927"/>
                </a:lnTo>
                <a:lnTo>
                  <a:pt x="133646" y="31500"/>
                </a:lnTo>
                <a:lnTo>
                  <a:pt x="125290" y="20086"/>
                </a:lnTo>
                <a:lnTo>
                  <a:pt x="124908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07146" y="357837"/>
            <a:ext cx="562007" cy="587436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148342" y="2883663"/>
            <a:ext cx="3043657" cy="723860"/>
          </a:xfrm>
          <a:custGeom>
            <a:avLst/>
            <a:gdLst/>
            <a:ahLst/>
            <a:cxnLst/>
            <a:rect l="l" t="t" r="r" b="b"/>
            <a:pathLst>
              <a:path w="3043657" h="723860">
                <a:moveTo>
                  <a:pt x="1672306" y="0"/>
                </a:moveTo>
                <a:lnTo>
                  <a:pt x="1591026" y="366"/>
                </a:lnTo>
                <a:lnTo>
                  <a:pt x="1510289" y="2832"/>
                </a:lnTo>
                <a:lnTo>
                  <a:pt x="1430091" y="7384"/>
                </a:lnTo>
                <a:lnTo>
                  <a:pt x="1350431" y="14015"/>
                </a:lnTo>
                <a:lnTo>
                  <a:pt x="1271304" y="22713"/>
                </a:lnTo>
                <a:lnTo>
                  <a:pt x="1192710" y="33468"/>
                </a:lnTo>
                <a:lnTo>
                  <a:pt x="1114644" y="46269"/>
                </a:lnTo>
                <a:lnTo>
                  <a:pt x="1037106" y="61107"/>
                </a:lnTo>
                <a:lnTo>
                  <a:pt x="960091" y="77970"/>
                </a:lnTo>
                <a:lnTo>
                  <a:pt x="883597" y="96850"/>
                </a:lnTo>
                <a:lnTo>
                  <a:pt x="807622" y="117735"/>
                </a:lnTo>
                <a:lnTo>
                  <a:pt x="732163" y="140615"/>
                </a:lnTo>
                <a:lnTo>
                  <a:pt x="657218" y="165479"/>
                </a:lnTo>
                <a:lnTo>
                  <a:pt x="582783" y="192319"/>
                </a:lnTo>
                <a:lnTo>
                  <a:pt x="508857" y="221122"/>
                </a:lnTo>
                <a:lnTo>
                  <a:pt x="435436" y="251879"/>
                </a:lnTo>
                <a:lnTo>
                  <a:pt x="362518" y="284580"/>
                </a:lnTo>
                <a:lnTo>
                  <a:pt x="290100" y="319214"/>
                </a:lnTo>
                <a:lnTo>
                  <a:pt x="218180" y="355771"/>
                </a:lnTo>
                <a:lnTo>
                  <a:pt x="146756" y="394241"/>
                </a:lnTo>
                <a:lnTo>
                  <a:pt x="102559" y="420180"/>
                </a:lnTo>
                <a:lnTo>
                  <a:pt x="62462" y="448697"/>
                </a:lnTo>
                <a:lnTo>
                  <a:pt x="29787" y="480824"/>
                </a:lnTo>
                <a:lnTo>
                  <a:pt x="7858" y="517597"/>
                </a:lnTo>
                <a:lnTo>
                  <a:pt x="0" y="560050"/>
                </a:lnTo>
                <a:lnTo>
                  <a:pt x="1081" y="575642"/>
                </a:lnTo>
                <a:lnTo>
                  <a:pt x="17151" y="627276"/>
                </a:lnTo>
                <a:lnTo>
                  <a:pt x="37426" y="662321"/>
                </a:lnTo>
                <a:lnTo>
                  <a:pt x="70804" y="698347"/>
                </a:lnTo>
                <a:lnTo>
                  <a:pt x="107652" y="718009"/>
                </a:lnTo>
                <a:lnTo>
                  <a:pt x="147252" y="723860"/>
                </a:lnTo>
                <a:lnTo>
                  <a:pt x="160940" y="723183"/>
                </a:lnTo>
                <a:lnTo>
                  <a:pt x="203097" y="714588"/>
                </a:lnTo>
                <a:lnTo>
                  <a:pt x="246337" y="698136"/>
                </a:lnTo>
                <a:lnTo>
                  <a:pt x="289943" y="676379"/>
                </a:lnTo>
                <a:lnTo>
                  <a:pt x="431260" y="604040"/>
                </a:lnTo>
                <a:lnTo>
                  <a:pt x="572585" y="539865"/>
                </a:lnTo>
                <a:lnTo>
                  <a:pt x="713918" y="483761"/>
                </a:lnTo>
                <a:lnTo>
                  <a:pt x="855257" y="435639"/>
                </a:lnTo>
                <a:lnTo>
                  <a:pt x="996601" y="395405"/>
                </a:lnTo>
                <a:lnTo>
                  <a:pt x="1137950" y="362970"/>
                </a:lnTo>
                <a:lnTo>
                  <a:pt x="1279303" y="338242"/>
                </a:lnTo>
                <a:lnTo>
                  <a:pt x="1420658" y="321129"/>
                </a:lnTo>
                <a:lnTo>
                  <a:pt x="1562015" y="311541"/>
                </a:lnTo>
                <a:lnTo>
                  <a:pt x="1703373" y="309386"/>
                </a:lnTo>
                <a:lnTo>
                  <a:pt x="3043657" y="309386"/>
                </a:lnTo>
                <a:lnTo>
                  <a:pt x="3043657" y="289957"/>
                </a:lnTo>
                <a:lnTo>
                  <a:pt x="2962100" y="255242"/>
                </a:lnTo>
                <a:lnTo>
                  <a:pt x="2885105" y="224661"/>
                </a:lnTo>
                <a:lnTo>
                  <a:pt x="2807647" y="195964"/>
                </a:lnTo>
                <a:lnTo>
                  <a:pt x="2729721" y="169164"/>
                </a:lnTo>
                <a:lnTo>
                  <a:pt x="2651325" y="144277"/>
                </a:lnTo>
                <a:lnTo>
                  <a:pt x="2572454" y="121317"/>
                </a:lnTo>
                <a:lnTo>
                  <a:pt x="2493103" y="100298"/>
                </a:lnTo>
                <a:lnTo>
                  <a:pt x="2413268" y="81234"/>
                </a:lnTo>
                <a:lnTo>
                  <a:pt x="2332946" y="64140"/>
                </a:lnTo>
                <a:lnTo>
                  <a:pt x="2252131" y="49029"/>
                </a:lnTo>
                <a:lnTo>
                  <a:pt x="2170821" y="35917"/>
                </a:lnTo>
                <a:lnTo>
                  <a:pt x="2089010" y="24817"/>
                </a:lnTo>
                <a:lnTo>
                  <a:pt x="2006695" y="15743"/>
                </a:lnTo>
                <a:lnTo>
                  <a:pt x="1923871" y="8710"/>
                </a:lnTo>
                <a:lnTo>
                  <a:pt x="1840534" y="3732"/>
                </a:lnTo>
                <a:lnTo>
                  <a:pt x="1756681" y="824"/>
                </a:lnTo>
                <a:lnTo>
                  <a:pt x="1672306" y="0"/>
                </a:lnTo>
                <a:close/>
              </a:path>
              <a:path w="3043657" h="723860">
                <a:moveTo>
                  <a:pt x="3043657" y="309386"/>
                </a:moveTo>
                <a:lnTo>
                  <a:pt x="1703373" y="309386"/>
                </a:lnTo>
                <a:lnTo>
                  <a:pt x="1844731" y="314573"/>
                </a:lnTo>
                <a:lnTo>
                  <a:pt x="1986088" y="327010"/>
                </a:lnTo>
                <a:lnTo>
                  <a:pt x="2127444" y="346607"/>
                </a:lnTo>
                <a:lnTo>
                  <a:pt x="2268796" y="373272"/>
                </a:lnTo>
                <a:lnTo>
                  <a:pt x="2410145" y="406914"/>
                </a:lnTo>
                <a:lnTo>
                  <a:pt x="2551490" y="447441"/>
                </a:lnTo>
                <a:lnTo>
                  <a:pt x="2692829" y="494762"/>
                </a:lnTo>
                <a:lnTo>
                  <a:pt x="2834161" y="548787"/>
                </a:lnTo>
                <a:lnTo>
                  <a:pt x="2975487" y="609424"/>
                </a:lnTo>
                <a:lnTo>
                  <a:pt x="3043657" y="641820"/>
                </a:lnTo>
                <a:lnTo>
                  <a:pt x="3043657" y="3093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885330" y="4977029"/>
            <a:ext cx="318059" cy="317160"/>
          </a:xfrm>
          <a:custGeom>
            <a:avLst/>
            <a:gdLst/>
            <a:ahLst/>
            <a:cxnLst/>
            <a:rect l="l" t="t" r="r" b="b"/>
            <a:pathLst>
              <a:path w="318059" h="317160">
                <a:moveTo>
                  <a:pt x="169508" y="0"/>
                </a:moveTo>
                <a:lnTo>
                  <a:pt x="123623" y="5350"/>
                </a:lnTo>
                <a:lnTo>
                  <a:pt x="83232" y="20772"/>
                </a:lnTo>
                <a:lnTo>
                  <a:pt x="49405" y="44909"/>
                </a:lnTo>
                <a:lnTo>
                  <a:pt x="23610" y="76004"/>
                </a:lnTo>
                <a:lnTo>
                  <a:pt x="6718" y="112906"/>
                </a:lnTo>
                <a:lnTo>
                  <a:pt x="0" y="154058"/>
                </a:lnTo>
                <a:lnTo>
                  <a:pt x="642" y="169271"/>
                </a:lnTo>
                <a:lnTo>
                  <a:pt x="9954" y="212047"/>
                </a:lnTo>
                <a:lnTo>
                  <a:pt x="29152" y="249437"/>
                </a:lnTo>
                <a:lnTo>
                  <a:pt x="56701" y="280038"/>
                </a:lnTo>
                <a:lnTo>
                  <a:pt x="91066" y="302447"/>
                </a:lnTo>
                <a:lnTo>
                  <a:pt x="130712" y="315262"/>
                </a:lnTo>
                <a:lnTo>
                  <a:pt x="144835" y="317160"/>
                </a:lnTo>
                <a:lnTo>
                  <a:pt x="161035" y="316642"/>
                </a:lnTo>
                <a:lnTo>
                  <a:pt x="206060" y="308082"/>
                </a:lnTo>
                <a:lnTo>
                  <a:pt x="244919" y="290111"/>
                </a:lnTo>
                <a:lnTo>
                  <a:pt x="276574" y="264139"/>
                </a:lnTo>
                <a:lnTo>
                  <a:pt x="299986" y="231577"/>
                </a:lnTo>
                <a:lnTo>
                  <a:pt x="314119" y="193836"/>
                </a:lnTo>
                <a:lnTo>
                  <a:pt x="318059" y="158736"/>
                </a:lnTo>
                <a:lnTo>
                  <a:pt x="317387" y="144044"/>
                </a:lnTo>
                <a:lnTo>
                  <a:pt x="307775" y="102441"/>
                </a:lnTo>
                <a:lnTo>
                  <a:pt x="288020" y="65795"/>
                </a:lnTo>
                <a:lnTo>
                  <a:pt x="259726" y="35707"/>
                </a:lnTo>
                <a:lnTo>
                  <a:pt x="224497" y="13778"/>
                </a:lnTo>
                <a:lnTo>
                  <a:pt x="183936" y="1610"/>
                </a:lnTo>
                <a:lnTo>
                  <a:pt x="169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653346" y="3698473"/>
            <a:ext cx="317130" cy="318062"/>
          </a:xfrm>
          <a:custGeom>
            <a:avLst/>
            <a:gdLst/>
            <a:ahLst/>
            <a:cxnLst/>
            <a:rect l="l" t="t" r="r" b="b"/>
            <a:pathLst>
              <a:path w="317130" h="318062">
                <a:moveTo>
                  <a:pt x="163057" y="0"/>
                </a:moveTo>
                <a:lnTo>
                  <a:pt x="118803" y="5679"/>
                </a:lnTo>
                <a:lnTo>
                  <a:pt x="79470" y="21761"/>
                </a:lnTo>
                <a:lnTo>
                  <a:pt x="46460" y="46707"/>
                </a:lnTo>
                <a:lnTo>
                  <a:pt x="21174" y="78981"/>
                </a:lnTo>
                <a:lnTo>
                  <a:pt x="5012" y="117046"/>
                </a:lnTo>
                <a:lnTo>
                  <a:pt x="0" y="144880"/>
                </a:lnTo>
                <a:lnTo>
                  <a:pt x="517" y="161080"/>
                </a:lnTo>
                <a:lnTo>
                  <a:pt x="9076" y="206104"/>
                </a:lnTo>
                <a:lnTo>
                  <a:pt x="27047" y="244958"/>
                </a:lnTo>
                <a:lnTo>
                  <a:pt x="53021" y="276605"/>
                </a:lnTo>
                <a:lnTo>
                  <a:pt x="85589" y="300007"/>
                </a:lnTo>
                <a:lnTo>
                  <a:pt x="123343" y="314129"/>
                </a:lnTo>
                <a:lnTo>
                  <a:pt x="158424" y="318062"/>
                </a:lnTo>
                <a:lnTo>
                  <a:pt x="173114" y="317389"/>
                </a:lnTo>
                <a:lnTo>
                  <a:pt x="214712" y="307778"/>
                </a:lnTo>
                <a:lnTo>
                  <a:pt x="251355" y="288022"/>
                </a:lnTo>
                <a:lnTo>
                  <a:pt x="281440" y="259726"/>
                </a:lnTo>
                <a:lnTo>
                  <a:pt x="303364" y="224492"/>
                </a:lnTo>
                <a:lnTo>
                  <a:pt x="315524" y="183923"/>
                </a:lnTo>
                <a:lnTo>
                  <a:pt x="317130" y="169491"/>
                </a:lnTo>
                <a:lnTo>
                  <a:pt x="316554" y="153663"/>
                </a:lnTo>
                <a:lnTo>
                  <a:pt x="307681" y="109488"/>
                </a:lnTo>
                <a:lnTo>
                  <a:pt x="289222" y="71190"/>
                </a:lnTo>
                <a:lnTo>
                  <a:pt x="262632" y="39941"/>
                </a:lnTo>
                <a:lnTo>
                  <a:pt x="229369" y="16915"/>
                </a:lnTo>
                <a:lnTo>
                  <a:pt x="190889" y="3286"/>
                </a:lnTo>
                <a:lnTo>
                  <a:pt x="1630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25417" y="5414608"/>
            <a:ext cx="456676" cy="1012010"/>
          </a:xfrm>
          <a:custGeom>
            <a:avLst/>
            <a:gdLst/>
            <a:ahLst/>
            <a:cxnLst/>
            <a:rect l="l" t="t" r="r" b="b"/>
            <a:pathLst>
              <a:path w="456676" h="1012010">
                <a:moveTo>
                  <a:pt x="297596" y="0"/>
                </a:moveTo>
                <a:lnTo>
                  <a:pt x="256815" y="5378"/>
                </a:lnTo>
                <a:lnTo>
                  <a:pt x="220037" y="20574"/>
                </a:lnTo>
                <a:lnTo>
                  <a:pt x="188647" y="44072"/>
                </a:lnTo>
                <a:lnTo>
                  <a:pt x="163801" y="74499"/>
                </a:lnTo>
                <a:lnTo>
                  <a:pt x="159047" y="81220"/>
                </a:lnTo>
                <a:lnTo>
                  <a:pt x="158408" y="82800"/>
                </a:lnTo>
                <a:lnTo>
                  <a:pt x="157836" y="84345"/>
                </a:lnTo>
                <a:lnTo>
                  <a:pt x="157199" y="85925"/>
                </a:lnTo>
                <a:lnTo>
                  <a:pt x="127347" y="164754"/>
                </a:lnTo>
                <a:lnTo>
                  <a:pt x="109367" y="220064"/>
                </a:lnTo>
                <a:lnTo>
                  <a:pt x="93157" y="274856"/>
                </a:lnTo>
                <a:lnTo>
                  <a:pt x="78625" y="328849"/>
                </a:lnTo>
                <a:lnTo>
                  <a:pt x="65682" y="381759"/>
                </a:lnTo>
                <a:lnTo>
                  <a:pt x="54235" y="433303"/>
                </a:lnTo>
                <a:lnTo>
                  <a:pt x="44193" y="483200"/>
                </a:lnTo>
                <a:lnTo>
                  <a:pt x="35465" y="531166"/>
                </a:lnTo>
                <a:lnTo>
                  <a:pt x="27960" y="576919"/>
                </a:lnTo>
                <a:lnTo>
                  <a:pt x="21586" y="620176"/>
                </a:lnTo>
                <a:lnTo>
                  <a:pt x="16253" y="660655"/>
                </a:lnTo>
                <a:lnTo>
                  <a:pt x="8341" y="732147"/>
                </a:lnTo>
                <a:lnTo>
                  <a:pt x="3495" y="789134"/>
                </a:lnTo>
                <a:lnTo>
                  <a:pt x="984" y="829355"/>
                </a:lnTo>
                <a:lnTo>
                  <a:pt x="0" y="853304"/>
                </a:lnTo>
                <a:lnTo>
                  <a:pt x="672" y="867994"/>
                </a:lnTo>
                <a:lnTo>
                  <a:pt x="10283" y="909592"/>
                </a:lnTo>
                <a:lnTo>
                  <a:pt x="30039" y="946235"/>
                </a:lnTo>
                <a:lnTo>
                  <a:pt x="58335" y="976320"/>
                </a:lnTo>
                <a:lnTo>
                  <a:pt x="93604" y="998258"/>
                </a:lnTo>
                <a:lnTo>
                  <a:pt x="134139" y="1010403"/>
                </a:lnTo>
                <a:lnTo>
                  <a:pt x="148570" y="1012010"/>
                </a:lnTo>
                <a:lnTo>
                  <a:pt x="164157" y="1011477"/>
                </a:lnTo>
                <a:lnTo>
                  <a:pt x="207455" y="1003126"/>
                </a:lnTo>
                <a:lnTo>
                  <a:pt x="244865" y="985691"/>
                </a:lnTo>
                <a:lnTo>
                  <a:pt x="275502" y="960514"/>
                </a:lnTo>
                <a:lnTo>
                  <a:pt x="298476" y="928939"/>
                </a:lnTo>
                <a:lnTo>
                  <a:pt x="312900" y="892309"/>
                </a:lnTo>
                <a:lnTo>
                  <a:pt x="313792" y="889529"/>
                </a:lnTo>
                <a:lnTo>
                  <a:pt x="313827" y="888655"/>
                </a:lnTo>
                <a:lnTo>
                  <a:pt x="316238" y="876308"/>
                </a:lnTo>
                <a:lnTo>
                  <a:pt x="317730" y="863685"/>
                </a:lnTo>
                <a:lnTo>
                  <a:pt x="317507" y="847023"/>
                </a:lnTo>
                <a:lnTo>
                  <a:pt x="316540" y="837846"/>
                </a:lnTo>
                <a:lnTo>
                  <a:pt x="320321" y="784903"/>
                </a:lnTo>
                <a:lnTo>
                  <a:pt x="325233" y="733580"/>
                </a:lnTo>
                <a:lnTo>
                  <a:pt x="331133" y="683994"/>
                </a:lnTo>
                <a:lnTo>
                  <a:pt x="337879" y="636264"/>
                </a:lnTo>
                <a:lnTo>
                  <a:pt x="345327" y="590509"/>
                </a:lnTo>
                <a:lnTo>
                  <a:pt x="353333" y="546847"/>
                </a:lnTo>
                <a:lnTo>
                  <a:pt x="361754" y="505397"/>
                </a:lnTo>
                <a:lnTo>
                  <a:pt x="370446" y="466277"/>
                </a:lnTo>
                <a:lnTo>
                  <a:pt x="388073" y="395501"/>
                </a:lnTo>
                <a:lnTo>
                  <a:pt x="405067" y="335467"/>
                </a:lnTo>
                <a:lnTo>
                  <a:pt x="420281" y="287124"/>
                </a:lnTo>
                <a:lnTo>
                  <a:pt x="437255" y="238603"/>
                </a:lnTo>
                <a:lnTo>
                  <a:pt x="443773" y="221718"/>
                </a:lnTo>
                <a:lnTo>
                  <a:pt x="456092" y="172664"/>
                </a:lnTo>
                <a:lnTo>
                  <a:pt x="456676" y="159560"/>
                </a:lnTo>
                <a:lnTo>
                  <a:pt x="456006" y="144818"/>
                </a:lnTo>
                <a:lnTo>
                  <a:pt x="446426" y="103101"/>
                </a:lnTo>
                <a:lnTo>
                  <a:pt x="426732" y="66379"/>
                </a:lnTo>
                <a:lnTo>
                  <a:pt x="398518" y="36235"/>
                </a:lnTo>
                <a:lnTo>
                  <a:pt x="363377" y="14251"/>
                </a:lnTo>
                <a:lnTo>
                  <a:pt x="322904" y="2011"/>
                </a:lnTo>
                <a:lnTo>
                  <a:pt x="308504" y="369"/>
                </a:lnTo>
                <a:lnTo>
                  <a:pt x="2975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634548" y="4264774"/>
            <a:ext cx="3557451" cy="2593225"/>
          </a:xfrm>
          <a:custGeom>
            <a:avLst/>
            <a:gdLst/>
            <a:ahLst/>
            <a:cxnLst/>
            <a:rect l="l" t="t" r="r" b="b"/>
            <a:pathLst>
              <a:path w="3557451" h="2593225">
                <a:moveTo>
                  <a:pt x="2264456" y="0"/>
                </a:moveTo>
                <a:lnTo>
                  <a:pt x="2053808" y="9709"/>
                </a:lnTo>
                <a:lnTo>
                  <a:pt x="1842173" y="39556"/>
                </a:lnTo>
                <a:lnTo>
                  <a:pt x="1630895" y="90223"/>
                </a:lnTo>
                <a:lnTo>
                  <a:pt x="1421322" y="162390"/>
                </a:lnTo>
                <a:lnTo>
                  <a:pt x="1232507" y="246005"/>
                </a:lnTo>
                <a:lnTo>
                  <a:pt x="1058031" y="339956"/>
                </a:lnTo>
                <a:lnTo>
                  <a:pt x="897685" y="443675"/>
                </a:lnTo>
                <a:lnTo>
                  <a:pt x="751262" y="556597"/>
                </a:lnTo>
                <a:lnTo>
                  <a:pt x="618553" y="678157"/>
                </a:lnTo>
                <a:lnTo>
                  <a:pt x="499351" y="807788"/>
                </a:lnTo>
                <a:lnTo>
                  <a:pt x="393447" y="944924"/>
                </a:lnTo>
                <a:lnTo>
                  <a:pt x="300634" y="1089001"/>
                </a:lnTo>
                <a:lnTo>
                  <a:pt x="220703" y="1239452"/>
                </a:lnTo>
                <a:lnTo>
                  <a:pt x="153447" y="1395712"/>
                </a:lnTo>
                <a:lnTo>
                  <a:pt x="98656" y="1557214"/>
                </a:lnTo>
                <a:lnTo>
                  <a:pt x="56125" y="1723393"/>
                </a:lnTo>
                <a:lnTo>
                  <a:pt x="25643" y="1893683"/>
                </a:lnTo>
                <a:lnTo>
                  <a:pt x="7004" y="2067519"/>
                </a:lnTo>
                <a:lnTo>
                  <a:pt x="0" y="2244334"/>
                </a:lnTo>
                <a:lnTo>
                  <a:pt x="4421" y="2423564"/>
                </a:lnTo>
                <a:lnTo>
                  <a:pt x="19075" y="2593225"/>
                </a:lnTo>
                <a:lnTo>
                  <a:pt x="335287" y="2593225"/>
                </a:lnTo>
                <a:lnTo>
                  <a:pt x="327888" y="2545508"/>
                </a:lnTo>
                <a:lnTo>
                  <a:pt x="314035" y="2356112"/>
                </a:lnTo>
                <a:lnTo>
                  <a:pt x="315703" y="2170872"/>
                </a:lnTo>
                <a:lnTo>
                  <a:pt x="332362" y="1990483"/>
                </a:lnTo>
                <a:lnTo>
                  <a:pt x="363480" y="1815640"/>
                </a:lnTo>
                <a:lnTo>
                  <a:pt x="408527" y="1647038"/>
                </a:lnTo>
                <a:lnTo>
                  <a:pt x="466973" y="1485374"/>
                </a:lnTo>
                <a:lnTo>
                  <a:pt x="538287" y="1331341"/>
                </a:lnTo>
                <a:lnTo>
                  <a:pt x="621938" y="1185636"/>
                </a:lnTo>
                <a:lnTo>
                  <a:pt x="717396" y="1048953"/>
                </a:lnTo>
                <a:lnTo>
                  <a:pt x="824130" y="921988"/>
                </a:lnTo>
                <a:lnTo>
                  <a:pt x="941610" y="805436"/>
                </a:lnTo>
                <a:lnTo>
                  <a:pt x="1069306" y="699992"/>
                </a:lnTo>
                <a:lnTo>
                  <a:pt x="1206686" y="606351"/>
                </a:lnTo>
                <a:lnTo>
                  <a:pt x="1353219" y="525210"/>
                </a:lnTo>
                <a:lnTo>
                  <a:pt x="1508377" y="457262"/>
                </a:lnTo>
                <a:lnTo>
                  <a:pt x="1671627" y="403203"/>
                </a:lnTo>
                <a:lnTo>
                  <a:pt x="1842439" y="363730"/>
                </a:lnTo>
                <a:lnTo>
                  <a:pt x="2020284" y="339535"/>
                </a:lnTo>
                <a:lnTo>
                  <a:pt x="2204629" y="331316"/>
                </a:lnTo>
                <a:lnTo>
                  <a:pt x="3439351" y="331316"/>
                </a:lnTo>
                <a:lnTo>
                  <a:pt x="3432183" y="326473"/>
                </a:lnTo>
                <a:lnTo>
                  <a:pt x="3255741" y="229667"/>
                </a:lnTo>
                <a:lnTo>
                  <a:pt x="3070232" y="148910"/>
                </a:lnTo>
                <a:lnTo>
                  <a:pt x="2877003" y="84883"/>
                </a:lnTo>
                <a:lnTo>
                  <a:pt x="2677400" y="38268"/>
                </a:lnTo>
                <a:lnTo>
                  <a:pt x="2472768" y="9746"/>
                </a:lnTo>
                <a:lnTo>
                  <a:pt x="2264456" y="0"/>
                </a:lnTo>
                <a:close/>
              </a:path>
              <a:path w="3557451" h="2593225">
                <a:moveTo>
                  <a:pt x="3439351" y="331316"/>
                </a:moveTo>
                <a:lnTo>
                  <a:pt x="2204629" y="331316"/>
                </a:lnTo>
                <a:lnTo>
                  <a:pt x="2373897" y="336648"/>
                </a:lnTo>
                <a:lnTo>
                  <a:pt x="2537229" y="352468"/>
                </a:lnTo>
                <a:lnTo>
                  <a:pt x="2694331" y="378508"/>
                </a:lnTo>
                <a:lnTo>
                  <a:pt x="2844903" y="414502"/>
                </a:lnTo>
                <a:lnTo>
                  <a:pt x="2988651" y="460184"/>
                </a:lnTo>
                <a:lnTo>
                  <a:pt x="3125276" y="515287"/>
                </a:lnTo>
                <a:lnTo>
                  <a:pt x="3254482" y="579544"/>
                </a:lnTo>
                <a:lnTo>
                  <a:pt x="3375972" y="652690"/>
                </a:lnTo>
                <a:lnTo>
                  <a:pt x="3489448" y="734457"/>
                </a:lnTo>
                <a:lnTo>
                  <a:pt x="3557451" y="792732"/>
                </a:lnTo>
                <a:lnTo>
                  <a:pt x="3557451" y="411108"/>
                </a:lnTo>
                <a:lnTo>
                  <a:pt x="3439351" y="331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29272" y="3996324"/>
            <a:ext cx="7379" cy="2063"/>
          </a:xfrm>
          <a:custGeom>
            <a:avLst/>
            <a:gdLst/>
            <a:ahLst/>
            <a:cxnLst/>
            <a:rect l="l" t="t" r="r" b="b"/>
            <a:pathLst>
              <a:path w="7379" h="2063">
                <a:moveTo>
                  <a:pt x="7379" y="0"/>
                </a:moveTo>
                <a:lnTo>
                  <a:pt x="3695" y="1089"/>
                </a:lnTo>
                <a:lnTo>
                  <a:pt x="0" y="2063"/>
                </a:lnTo>
                <a:lnTo>
                  <a:pt x="369" y="2030"/>
                </a:lnTo>
                <a:lnTo>
                  <a:pt x="4065" y="1391"/>
                </a:lnTo>
                <a:lnTo>
                  <a:pt x="73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382355" y="3688061"/>
            <a:ext cx="1876182" cy="1478979"/>
          </a:xfrm>
          <a:custGeom>
            <a:avLst/>
            <a:gdLst/>
            <a:ahLst/>
            <a:cxnLst/>
            <a:rect l="l" t="t" r="r" b="b"/>
            <a:pathLst>
              <a:path w="1876182" h="1478979">
                <a:moveTo>
                  <a:pt x="1722300" y="0"/>
                </a:moveTo>
                <a:lnTo>
                  <a:pt x="1682547" y="5812"/>
                </a:lnTo>
                <a:lnTo>
                  <a:pt x="1621133" y="24798"/>
                </a:lnTo>
                <a:lnTo>
                  <a:pt x="1583399" y="37259"/>
                </a:lnTo>
                <a:lnTo>
                  <a:pt x="1546286" y="50125"/>
                </a:lnTo>
                <a:lnTo>
                  <a:pt x="1509755" y="63396"/>
                </a:lnTo>
                <a:lnTo>
                  <a:pt x="1473768" y="77068"/>
                </a:lnTo>
                <a:lnTo>
                  <a:pt x="1438284" y="91138"/>
                </a:lnTo>
                <a:lnTo>
                  <a:pt x="1368672" y="120463"/>
                </a:lnTo>
                <a:lnTo>
                  <a:pt x="1300607" y="151349"/>
                </a:lnTo>
                <a:lnTo>
                  <a:pt x="1233777" y="183776"/>
                </a:lnTo>
                <a:lnTo>
                  <a:pt x="1167870" y="217722"/>
                </a:lnTo>
                <a:lnTo>
                  <a:pt x="1102573" y="253165"/>
                </a:lnTo>
                <a:lnTo>
                  <a:pt x="1037574" y="290084"/>
                </a:lnTo>
                <a:lnTo>
                  <a:pt x="972560" y="328459"/>
                </a:lnTo>
                <a:lnTo>
                  <a:pt x="928137" y="355586"/>
                </a:lnTo>
                <a:lnTo>
                  <a:pt x="884572" y="383131"/>
                </a:lnTo>
                <a:lnTo>
                  <a:pt x="841809" y="411168"/>
                </a:lnTo>
                <a:lnTo>
                  <a:pt x="799794" y="439771"/>
                </a:lnTo>
                <a:lnTo>
                  <a:pt x="758471" y="469012"/>
                </a:lnTo>
                <a:lnTo>
                  <a:pt x="717785" y="498965"/>
                </a:lnTo>
                <a:lnTo>
                  <a:pt x="677679" y="529703"/>
                </a:lnTo>
                <a:lnTo>
                  <a:pt x="638098" y="561299"/>
                </a:lnTo>
                <a:lnTo>
                  <a:pt x="598988" y="593828"/>
                </a:lnTo>
                <a:lnTo>
                  <a:pt x="560291" y="627361"/>
                </a:lnTo>
                <a:lnTo>
                  <a:pt x="521954" y="661973"/>
                </a:lnTo>
                <a:lnTo>
                  <a:pt x="483920" y="697737"/>
                </a:lnTo>
                <a:lnTo>
                  <a:pt x="446134" y="734726"/>
                </a:lnTo>
                <a:lnTo>
                  <a:pt x="408540" y="773013"/>
                </a:lnTo>
                <a:lnTo>
                  <a:pt x="371083" y="812672"/>
                </a:lnTo>
                <a:lnTo>
                  <a:pt x="333708" y="853776"/>
                </a:lnTo>
                <a:lnTo>
                  <a:pt x="296358" y="896398"/>
                </a:lnTo>
                <a:lnTo>
                  <a:pt x="258979" y="940612"/>
                </a:lnTo>
                <a:lnTo>
                  <a:pt x="221515" y="986491"/>
                </a:lnTo>
                <a:lnTo>
                  <a:pt x="183911" y="1034108"/>
                </a:lnTo>
                <a:lnTo>
                  <a:pt x="177522" y="1042132"/>
                </a:lnTo>
                <a:lnTo>
                  <a:pt x="170640" y="1050427"/>
                </a:lnTo>
                <a:lnTo>
                  <a:pt x="163322" y="1058981"/>
                </a:lnTo>
                <a:lnTo>
                  <a:pt x="155622" y="1067783"/>
                </a:lnTo>
                <a:lnTo>
                  <a:pt x="113326" y="1115131"/>
                </a:lnTo>
                <a:lnTo>
                  <a:pt x="104494" y="1125189"/>
                </a:lnTo>
                <a:lnTo>
                  <a:pt x="78245" y="1156339"/>
                </a:lnTo>
                <a:lnTo>
                  <a:pt x="53527" y="1188719"/>
                </a:lnTo>
                <a:lnTo>
                  <a:pt x="45885" y="1199733"/>
                </a:lnTo>
                <a:lnTo>
                  <a:pt x="36990" y="1210908"/>
                </a:lnTo>
                <a:lnTo>
                  <a:pt x="16491" y="1244734"/>
                </a:lnTo>
                <a:lnTo>
                  <a:pt x="2900" y="1291944"/>
                </a:lnTo>
                <a:lnTo>
                  <a:pt x="0" y="1315885"/>
                </a:lnTo>
                <a:lnTo>
                  <a:pt x="23" y="1327718"/>
                </a:lnTo>
                <a:lnTo>
                  <a:pt x="11194" y="1374055"/>
                </a:lnTo>
                <a:lnTo>
                  <a:pt x="32705" y="1407664"/>
                </a:lnTo>
                <a:lnTo>
                  <a:pt x="48924" y="1424786"/>
                </a:lnTo>
                <a:lnTo>
                  <a:pt x="50503" y="1426299"/>
                </a:lnTo>
                <a:lnTo>
                  <a:pt x="70296" y="1442731"/>
                </a:lnTo>
                <a:lnTo>
                  <a:pt x="71103" y="1443302"/>
                </a:lnTo>
                <a:lnTo>
                  <a:pt x="96003" y="1459415"/>
                </a:lnTo>
                <a:lnTo>
                  <a:pt x="120001" y="1470482"/>
                </a:lnTo>
                <a:lnTo>
                  <a:pt x="143118" y="1476878"/>
                </a:lnTo>
                <a:lnTo>
                  <a:pt x="165377" y="1478979"/>
                </a:lnTo>
                <a:lnTo>
                  <a:pt x="186800" y="1477159"/>
                </a:lnTo>
                <a:lnTo>
                  <a:pt x="227226" y="1463259"/>
                </a:lnTo>
                <a:lnTo>
                  <a:pt x="264576" y="1438178"/>
                </a:lnTo>
                <a:lnTo>
                  <a:pt x="299025" y="1404920"/>
                </a:lnTo>
                <a:lnTo>
                  <a:pt x="330753" y="1366484"/>
                </a:lnTo>
                <a:lnTo>
                  <a:pt x="359937" y="1325872"/>
                </a:lnTo>
                <a:lnTo>
                  <a:pt x="386755" y="1286086"/>
                </a:lnTo>
                <a:lnTo>
                  <a:pt x="399332" y="1267441"/>
                </a:lnTo>
                <a:lnTo>
                  <a:pt x="422935" y="1234521"/>
                </a:lnTo>
                <a:lnTo>
                  <a:pt x="482325" y="1159438"/>
                </a:lnTo>
                <a:lnTo>
                  <a:pt x="541644" y="1087946"/>
                </a:lnTo>
                <a:lnTo>
                  <a:pt x="601025" y="1019952"/>
                </a:lnTo>
                <a:lnTo>
                  <a:pt x="660597" y="955365"/>
                </a:lnTo>
                <a:lnTo>
                  <a:pt x="720492" y="894094"/>
                </a:lnTo>
                <a:lnTo>
                  <a:pt x="780841" y="836046"/>
                </a:lnTo>
                <a:lnTo>
                  <a:pt x="841776" y="781129"/>
                </a:lnTo>
                <a:lnTo>
                  <a:pt x="903428" y="729251"/>
                </a:lnTo>
                <a:lnTo>
                  <a:pt x="965928" y="680321"/>
                </a:lnTo>
                <a:lnTo>
                  <a:pt x="1029406" y="634246"/>
                </a:lnTo>
                <a:lnTo>
                  <a:pt x="1093995" y="590936"/>
                </a:lnTo>
                <a:lnTo>
                  <a:pt x="1159825" y="550297"/>
                </a:lnTo>
                <a:lnTo>
                  <a:pt x="1227027" y="512238"/>
                </a:lnTo>
                <a:lnTo>
                  <a:pt x="1295733" y="476667"/>
                </a:lnTo>
                <a:lnTo>
                  <a:pt x="1366075" y="443493"/>
                </a:lnTo>
                <a:lnTo>
                  <a:pt x="1438182" y="412622"/>
                </a:lnTo>
                <a:lnTo>
                  <a:pt x="1512186" y="383964"/>
                </a:lnTo>
                <a:lnTo>
                  <a:pt x="1588220" y="357427"/>
                </a:lnTo>
                <a:lnTo>
                  <a:pt x="1666412" y="332918"/>
                </a:lnTo>
                <a:lnTo>
                  <a:pt x="1746896" y="310346"/>
                </a:lnTo>
                <a:lnTo>
                  <a:pt x="1750626" y="309338"/>
                </a:lnTo>
                <a:lnTo>
                  <a:pt x="1754255" y="308296"/>
                </a:lnTo>
                <a:lnTo>
                  <a:pt x="1793686" y="293834"/>
                </a:lnTo>
                <a:lnTo>
                  <a:pt x="1826966" y="268840"/>
                </a:lnTo>
                <a:lnTo>
                  <a:pt x="1852342" y="238430"/>
                </a:lnTo>
                <a:lnTo>
                  <a:pt x="1869014" y="203488"/>
                </a:lnTo>
                <a:lnTo>
                  <a:pt x="1876182" y="164902"/>
                </a:lnTo>
                <a:lnTo>
                  <a:pt x="1875977" y="148978"/>
                </a:lnTo>
                <a:lnTo>
                  <a:pt x="1875004" y="136910"/>
                </a:lnTo>
                <a:lnTo>
                  <a:pt x="1873347" y="126634"/>
                </a:lnTo>
                <a:lnTo>
                  <a:pt x="1872843" y="124013"/>
                </a:lnTo>
                <a:lnTo>
                  <a:pt x="1871936" y="121594"/>
                </a:lnTo>
                <a:lnTo>
                  <a:pt x="1871330" y="119005"/>
                </a:lnTo>
                <a:lnTo>
                  <a:pt x="1856332" y="80855"/>
                </a:lnTo>
                <a:lnTo>
                  <a:pt x="1832434" y="48319"/>
                </a:lnTo>
                <a:lnTo>
                  <a:pt x="1801132" y="22957"/>
                </a:lnTo>
                <a:lnTo>
                  <a:pt x="1763921" y="6331"/>
                </a:lnTo>
                <a:lnTo>
                  <a:pt x="1736572" y="870"/>
                </a:lnTo>
                <a:lnTo>
                  <a:pt x="1722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567572" y="3601025"/>
            <a:ext cx="1624428" cy="684492"/>
          </a:xfrm>
          <a:custGeom>
            <a:avLst/>
            <a:gdLst/>
            <a:ahLst/>
            <a:cxnLst/>
            <a:rect l="l" t="t" r="r" b="b"/>
            <a:pathLst>
              <a:path w="1624428" h="684492">
                <a:moveTo>
                  <a:pt x="1622716" y="314358"/>
                </a:moveTo>
                <a:lnTo>
                  <a:pt x="276322" y="314358"/>
                </a:lnTo>
                <a:lnTo>
                  <a:pt x="399298" y="316443"/>
                </a:lnTo>
                <a:lnTo>
                  <a:pt x="521882" y="324263"/>
                </a:lnTo>
                <a:lnTo>
                  <a:pt x="643873" y="337826"/>
                </a:lnTo>
                <a:lnTo>
                  <a:pt x="765073" y="357140"/>
                </a:lnTo>
                <a:lnTo>
                  <a:pt x="885280" y="382214"/>
                </a:lnTo>
                <a:lnTo>
                  <a:pt x="1004295" y="413055"/>
                </a:lnTo>
                <a:lnTo>
                  <a:pt x="1121917" y="449672"/>
                </a:lnTo>
                <a:lnTo>
                  <a:pt x="1237947" y="492072"/>
                </a:lnTo>
                <a:lnTo>
                  <a:pt x="1352185" y="540263"/>
                </a:lnTo>
                <a:lnTo>
                  <a:pt x="1464430" y="594254"/>
                </a:lnTo>
                <a:lnTo>
                  <a:pt x="1574482" y="654053"/>
                </a:lnTo>
                <a:lnTo>
                  <a:pt x="1624428" y="684492"/>
                </a:lnTo>
                <a:lnTo>
                  <a:pt x="1624428" y="315258"/>
                </a:lnTo>
                <a:lnTo>
                  <a:pt x="1622716" y="314358"/>
                </a:lnTo>
                <a:close/>
              </a:path>
              <a:path w="1624428" h="684492">
                <a:moveTo>
                  <a:pt x="159948" y="1"/>
                </a:moveTo>
                <a:lnTo>
                  <a:pt x="116669" y="5826"/>
                </a:lnTo>
                <a:lnTo>
                  <a:pt x="77953" y="22246"/>
                </a:lnTo>
                <a:lnTo>
                  <a:pt x="45344" y="47682"/>
                </a:lnTo>
                <a:lnTo>
                  <a:pt x="20389" y="80549"/>
                </a:lnTo>
                <a:lnTo>
                  <a:pt x="4631" y="119267"/>
                </a:lnTo>
                <a:lnTo>
                  <a:pt x="0" y="147548"/>
                </a:lnTo>
                <a:lnTo>
                  <a:pt x="560" y="163482"/>
                </a:lnTo>
                <a:lnTo>
                  <a:pt x="9350" y="207897"/>
                </a:lnTo>
                <a:lnTo>
                  <a:pt x="27678" y="246348"/>
                </a:lnTo>
                <a:lnTo>
                  <a:pt x="54101" y="277703"/>
                </a:lnTo>
                <a:lnTo>
                  <a:pt x="87174" y="300828"/>
                </a:lnTo>
                <a:lnTo>
                  <a:pt x="125455" y="314589"/>
                </a:lnTo>
                <a:lnTo>
                  <a:pt x="153154" y="318001"/>
                </a:lnTo>
                <a:lnTo>
                  <a:pt x="276322" y="314358"/>
                </a:lnTo>
                <a:lnTo>
                  <a:pt x="1622716" y="314358"/>
                </a:lnTo>
                <a:lnTo>
                  <a:pt x="1586806" y="295482"/>
                </a:lnTo>
                <a:lnTo>
                  <a:pt x="1470804" y="241436"/>
                </a:lnTo>
                <a:lnTo>
                  <a:pt x="1352264" y="192934"/>
                </a:lnTo>
                <a:lnTo>
                  <a:pt x="1231211" y="149939"/>
                </a:lnTo>
                <a:lnTo>
                  <a:pt x="1107672" y="112413"/>
                </a:lnTo>
                <a:lnTo>
                  <a:pt x="981672" y="80319"/>
                </a:lnTo>
                <a:lnTo>
                  <a:pt x="853240" y="53618"/>
                </a:lnTo>
                <a:lnTo>
                  <a:pt x="722399" y="32273"/>
                </a:lnTo>
                <a:lnTo>
                  <a:pt x="589178" y="16247"/>
                </a:lnTo>
                <a:lnTo>
                  <a:pt x="453602" y="5502"/>
                </a:lnTo>
                <a:lnTo>
                  <a:pt x="320581" y="194"/>
                </a:lnTo>
                <a:lnTo>
                  <a:pt x="291475" y="194"/>
                </a:lnTo>
                <a:lnTo>
                  <a:pt x="159948" y="1"/>
                </a:lnTo>
                <a:close/>
              </a:path>
              <a:path w="1624428" h="684492">
                <a:moveTo>
                  <a:pt x="315698" y="0"/>
                </a:moveTo>
                <a:lnTo>
                  <a:pt x="291475" y="194"/>
                </a:lnTo>
                <a:lnTo>
                  <a:pt x="320581" y="194"/>
                </a:lnTo>
                <a:lnTo>
                  <a:pt x="315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564983" y="5227215"/>
            <a:ext cx="627016" cy="1419769"/>
          </a:xfrm>
          <a:custGeom>
            <a:avLst/>
            <a:gdLst/>
            <a:ahLst/>
            <a:cxnLst/>
            <a:rect l="l" t="t" r="r" b="b"/>
            <a:pathLst>
              <a:path w="627016" h="1419769">
                <a:moveTo>
                  <a:pt x="0" y="265728"/>
                </a:moveTo>
                <a:lnTo>
                  <a:pt x="36796" y="298452"/>
                </a:lnTo>
                <a:lnTo>
                  <a:pt x="73006" y="333261"/>
                </a:lnTo>
                <a:lnTo>
                  <a:pt x="108519" y="370047"/>
                </a:lnTo>
                <a:lnTo>
                  <a:pt x="143227" y="408702"/>
                </a:lnTo>
                <a:lnTo>
                  <a:pt x="177020" y="449118"/>
                </a:lnTo>
                <a:lnTo>
                  <a:pt x="209791" y="491188"/>
                </a:lnTo>
                <a:lnTo>
                  <a:pt x="241429" y="534804"/>
                </a:lnTo>
                <a:lnTo>
                  <a:pt x="271826" y="579859"/>
                </a:lnTo>
                <a:lnTo>
                  <a:pt x="300874" y="626244"/>
                </a:lnTo>
                <a:lnTo>
                  <a:pt x="328462" y="673853"/>
                </a:lnTo>
                <a:lnTo>
                  <a:pt x="354482" y="722578"/>
                </a:lnTo>
                <a:lnTo>
                  <a:pt x="378826" y="772310"/>
                </a:lnTo>
                <a:lnTo>
                  <a:pt x="401383" y="822943"/>
                </a:lnTo>
                <a:lnTo>
                  <a:pt x="422046" y="874369"/>
                </a:lnTo>
                <a:lnTo>
                  <a:pt x="440705" y="926480"/>
                </a:lnTo>
                <a:lnTo>
                  <a:pt x="457252" y="979168"/>
                </a:lnTo>
                <a:lnTo>
                  <a:pt x="471577" y="1032326"/>
                </a:lnTo>
                <a:lnTo>
                  <a:pt x="483571" y="1085846"/>
                </a:lnTo>
                <a:lnTo>
                  <a:pt x="493126" y="1139621"/>
                </a:lnTo>
                <a:lnTo>
                  <a:pt x="500132" y="1193543"/>
                </a:lnTo>
                <a:lnTo>
                  <a:pt x="501974" y="1210851"/>
                </a:lnTo>
                <a:lnTo>
                  <a:pt x="503905" y="1228102"/>
                </a:lnTo>
                <a:lnTo>
                  <a:pt x="511232" y="1278583"/>
                </a:lnTo>
                <a:lnTo>
                  <a:pt x="522938" y="1325183"/>
                </a:lnTo>
                <a:lnTo>
                  <a:pt x="541699" y="1365369"/>
                </a:lnTo>
                <a:lnTo>
                  <a:pt x="570192" y="1396608"/>
                </a:lnTo>
                <a:lnTo>
                  <a:pt x="611092" y="1416369"/>
                </a:lnTo>
                <a:lnTo>
                  <a:pt x="627016" y="1419769"/>
                </a:lnTo>
                <a:lnTo>
                  <a:pt x="627016" y="526048"/>
                </a:lnTo>
                <a:lnTo>
                  <a:pt x="578909" y="441032"/>
                </a:lnTo>
                <a:lnTo>
                  <a:pt x="546131" y="389324"/>
                </a:lnTo>
                <a:lnTo>
                  <a:pt x="511660" y="339122"/>
                </a:lnTo>
                <a:lnTo>
                  <a:pt x="475553" y="290496"/>
                </a:lnTo>
                <a:lnTo>
                  <a:pt x="472690" y="286926"/>
                </a:lnTo>
                <a:lnTo>
                  <a:pt x="87407" y="286926"/>
                </a:lnTo>
                <a:lnTo>
                  <a:pt x="72486" y="286534"/>
                </a:lnTo>
                <a:lnTo>
                  <a:pt x="33006" y="279824"/>
                </a:lnTo>
                <a:lnTo>
                  <a:pt x="10398" y="271174"/>
                </a:lnTo>
                <a:lnTo>
                  <a:pt x="0" y="265728"/>
                </a:lnTo>
                <a:close/>
              </a:path>
              <a:path w="627016" h="1419769">
                <a:moveTo>
                  <a:pt x="181836" y="0"/>
                </a:moveTo>
                <a:lnTo>
                  <a:pt x="208419" y="27650"/>
                </a:lnTo>
                <a:lnTo>
                  <a:pt x="227946" y="60948"/>
                </a:lnTo>
                <a:lnTo>
                  <a:pt x="237182" y="88983"/>
                </a:lnTo>
                <a:lnTo>
                  <a:pt x="238156" y="91503"/>
                </a:lnTo>
                <a:lnTo>
                  <a:pt x="238694" y="94225"/>
                </a:lnTo>
                <a:lnTo>
                  <a:pt x="240641" y="106667"/>
                </a:lnTo>
                <a:lnTo>
                  <a:pt x="241670" y="119378"/>
                </a:lnTo>
                <a:lnTo>
                  <a:pt x="241133" y="134126"/>
                </a:lnTo>
                <a:lnTo>
                  <a:pt x="233119" y="175203"/>
                </a:lnTo>
                <a:lnTo>
                  <a:pt x="216470" y="210989"/>
                </a:lnTo>
                <a:lnTo>
                  <a:pt x="192427" y="240792"/>
                </a:lnTo>
                <a:lnTo>
                  <a:pt x="159131" y="265106"/>
                </a:lnTo>
                <a:lnTo>
                  <a:pt x="113823" y="283184"/>
                </a:lnTo>
                <a:lnTo>
                  <a:pt x="87407" y="286926"/>
                </a:lnTo>
                <a:lnTo>
                  <a:pt x="472690" y="286926"/>
                </a:lnTo>
                <a:lnTo>
                  <a:pt x="437869" y="243515"/>
                </a:lnTo>
                <a:lnTo>
                  <a:pt x="398663" y="198247"/>
                </a:lnTo>
                <a:lnTo>
                  <a:pt x="357994" y="154760"/>
                </a:lnTo>
                <a:lnTo>
                  <a:pt x="315920" y="113123"/>
                </a:lnTo>
                <a:lnTo>
                  <a:pt x="272497" y="73405"/>
                </a:lnTo>
                <a:lnTo>
                  <a:pt x="227783" y="35674"/>
                </a:lnTo>
                <a:lnTo>
                  <a:pt x="181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742743" y="5224110"/>
            <a:ext cx="4099" cy="3092"/>
          </a:xfrm>
          <a:custGeom>
            <a:avLst/>
            <a:gdLst/>
            <a:ahLst/>
            <a:cxnLst/>
            <a:rect l="l" t="t" r="r" b="b"/>
            <a:pathLst>
              <a:path w="4099" h="3092">
                <a:moveTo>
                  <a:pt x="0" y="0"/>
                </a:moveTo>
                <a:lnTo>
                  <a:pt x="4099" y="3092"/>
                </a:lnTo>
                <a:lnTo>
                  <a:pt x="2117" y="14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537939" y="5472069"/>
            <a:ext cx="19555" cy="16309"/>
          </a:xfrm>
          <a:custGeom>
            <a:avLst/>
            <a:gdLst/>
            <a:ahLst/>
            <a:cxnLst/>
            <a:rect l="l" t="t" r="r" b="b"/>
            <a:pathLst>
              <a:path w="19555" h="16309">
                <a:moveTo>
                  <a:pt x="0" y="0"/>
                </a:moveTo>
                <a:lnTo>
                  <a:pt x="5743" y="6223"/>
                </a:lnTo>
                <a:lnTo>
                  <a:pt x="19226" y="16095"/>
                </a:lnTo>
                <a:lnTo>
                  <a:pt x="19555" y="16309"/>
                </a:lnTo>
                <a:lnTo>
                  <a:pt x="9787" y="80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1483315" y="5190954"/>
            <a:ext cx="323448" cy="323300"/>
          </a:xfrm>
          <a:custGeom>
            <a:avLst/>
            <a:gdLst/>
            <a:ahLst/>
            <a:cxnLst/>
            <a:rect l="l" t="t" r="r" b="b"/>
            <a:pathLst>
              <a:path w="323448" h="323300">
                <a:moveTo>
                  <a:pt x="174447" y="0"/>
                </a:moveTo>
                <a:lnTo>
                  <a:pt x="127928" y="5108"/>
                </a:lnTo>
                <a:lnTo>
                  <a:pt x="86983" y="20017"/>
                </a:lnTo>
                <a:lnTo>
                  <a:pt x="52660" y="43352"/>
                </a:lnTo>
                <a:lnTo>
                  <a:pt x="26011" y="73737"/>
                </a:lnTo>
                <a:lnTo>
                  <a:pt x="8043" y="109937"/>
                </a:lnTo>
                <a:lnTo>
                  <a:pt x="47" y="149131"/>
                </a:lnTo>
                <a:lnTo>
                  <a:pt x="0" y="167071"/>
                </a:lnTo>
                <a:lnTo>
                  <a:pt x="804" y="179321"/>
                </a:lnTo>
                <a:lnTo>
                  <a:pt x="14593" y="228096"/>
                </a:lnTo>
                <a:lnTo>
                  <a:pt x="34309" y="260772"/>
                </a:lnTo>
                <a:lnTo>
                  <a:pt x="71018" y="294762"/>
                </a:lnTo>
                <a:lnTo>
                  <a:pt x="105971" y="313079"/>
                </a:lnTo>
                <a:lnTo>
                  <a:pt x="155400" y="323300"/>
                </a:lnTo>
                <a:lnTo>
                  <a:pt x="170553" y="322929"/>
                </a:lnTo>
                <a:lnTo>
                  <a:pt x="214797" y="313934"/>
                </a:lnTo>
                <a:lnTo>
                  <a:pt x="249859" y="295905"/>
                </a:lnTo>
                <a:lnTo>
                  <a:pt x="280782" y="269142"/>
                </a:lnTo>
                <a:lnTo>
                  <a:pt x="303852" y="237395"/>
                </a:lnTo>
                <a:lnTo>
                  <a:pt x="318322" y="201494"/>
                </a:lnTo>
                <a:lnTo>
                  <a:pt x="323448" y="162269"/>
                </a:lnTo>
                <a:lnTo>
                  <a:pt x="322920" y="149131"/>
                </a:lnTo>
                <a:lnTo>
                  <a:pt x="321440" y="136705"/>
                </a:lnTo>
                <a:lnTo>
                  <a:pt x="319820" y="127775"/>
                </a:lnTo>
                <a:lnTo>
                  <a:pt x="318846" y="125255"/>
                </a:lnTo>
                <a:lnTo>
                  <a:pt x="318242" y="122566"/>
                </a:lnTo>
                <a:lnTo>
                  <a:pt x="304246" y="86085"/>
                </a:lnTo>
                <a:lnTo>
                  <a:pt x="282341" y="54462"/>
                </a:lnTo>
                <a:lnTo>
                  <a:pt x="261447" y="34723"/>
                </a:lnTo>
                <a:lnTo>
                  <a:pt x="259434" y="33146"/>
                </a:lnTo>
                <a:lnTo>
                  <a:pt x="224608" y="12586"/>
                </a:lnTo>
                <a:lnTo>
                  <a:pt x="187568" y="1622"/>
                </a:lnTo>
                <a:lnTo>
                  <a:pt x="1744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008347" y="5671688"/>
            <a:ext cx="839" cy="268"/>
          </a:xfrm>
          <a:custGeom>
            <a:avLst/>
            <a:gdLst/>
            <a:ahLst/>
            <a:cxnLst/>
            <a:rect l="l" t="t" r="r" b="b"/>
            <a:pathLst>
              <a:path w="839" h="268">
                <a:moveTo>
                  <a:pt x="0" y="134"/>
                </a:moveTo>
                <a:lnTo>
                  <a:pt x="839" y="134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997585" y="5664056"/>
            <a:ext cx="962161" cy="1193943"/>
          </a:xfrm>
          <a:custGeom>
            <a:avLst/>
            <a:gdLst/>
            <a:ahLst/>
            <a:cxnLst/>
            <a:rect l="l" t="t" r="r" b="b"/>
            <a:pathLst>
              <a:path w="962161" h="1193943">
                <a:moveTo>
                  <a:pt x="807165" y="0"/>
                </a:moveTo>
                <a:lnTo>
                  <a:pt x="801755" y="0"/>
                </a:lnTo>
                <a:lnTo>
                  <a:pt x="798360" y="840"/>
                </a:lnTo>
                <a:lnTo>
                  <a:pt x="794867" y="1041"/>
                </a:lnTo>
                <a:lnTo>
                  <a:pt x="734798" y="6966"/>
                </a:lnTo>
                <a:lnTo>
                  <a:pt x="676056" y="16833"/>
                </a:lnTo>
                <a:lnTo>
                  <a:pt x="618787" y="30520"/>
                </a:lnTo>
                <a:lnTo>
                  <a:pt x="563135" y="47904"/>
                </a:lnTo>
                <a:lnTo>
                  <a:pt x="509246" y="68860"/>
                </a:lnTo>
                <a:lnTo>
                  <a:pt x="457266" y="93265"/>
                </a:lnTo>
                <a:lnTo>
                  <a:pt x="407340" y="120996"/>
                </a:lnTo>
                <a:lnTo>
                  <a:pt x="359613" y="151929"/>
                </a:lnTo>
                <a:lnTo>
                  <a:pt x="314230" y="185940"/>
                </a:lnTo>
                <a:lnTo>
                  <a:pt x="271338" y="222907"/>
                </a:lnTo>
                <a:lnTo>
                  <a:pt x="231082" y="262705"/>
                </a:lnTo>
                <a:lnTo>
                  <a:pt x="193606" y="305211"/>
                </a:lnTo>
                <a:lnTo>
                  <a:pt x="159056" y="350302"/>
                </a:lnTo>
                <a:lnTo>
                  <a:pt x="127578" y="397853"/>
                </a:lnTo>
                <a:lnTo>
                  <a:pt x="99317" y="447743"/>
                </a:lnTo>
                <a:lnTo>
                  <a:pt x="74419" y="499846"/>
                </a:lnTo>
                <a:lnTo>
                  <a:pt x="53029" y="554039"/>
                </a:lnTo>
                <a:lnTo>
                  <a:pt x="35291" y="610200"/>
                </a:lnTo>
                <a:lnTo>
                  <a:pt x="21353" y="668204"/>
                </a:lnTo>
                <a:lnTo>
                  <a:pt x="11358" y="727927"/>
                </a:lnTo>
                <a:lnTo>
                  <a:pt x="0" y="865499"/>
                </a:lnTo>
                <a:lnTo>
                  <a:pt x="1418" y="1004954"/>
                </a:lnTo>
                <a:lnTo>
                  <a:pt x="15037" y="1145479"/>
                </a:lnTo>
                <a:lnTo>
                  <a:pt x="23727" y="1193943"/>
                </a:lnTo>
                <a:lnTo>
                  <a:pt x="355352" y="1193943"/>
                </a:lnTo>
                <a:lnTo>
                  <a:pt x="341898" y="1113243"/>
                </a:lnTo>
                <a:lnTo>
                  <a:pt x="329365" y="1005693"/>
                </a:lnTo>
                <a:lnTo>
                  <a:pt x="321723" y="895040"/>
                </a:lnTo>
                <a:lnTo>
                  <a:pt x="321119" y="845634"/>
                </a:lnTo>
                <a:lnTo>
                  <a:pt x="323882" y="797818"/>
                </a:lnTo>
                <a:lnTo>
                  <a:pt x="329902" y="751682"/>
                </a:lnTo>
                <a:lnTo>
                  <a:pt x="339071" y="707320"/>
                </a:lnTo>
                <a:lnTo>
                  <a:pt x="351278" y="664822"/>
                </a:lnTo>
                <a:lnTo>
                  <a:pt x="366416" y="624283"/>
                </a:lnTo>
                <a:lnTo>
                  <a:pt x="384373" y="585793"/>
                </a:lnTo>
                <a:lnTo>
                  <a:pt x="405042" y="549445"/>
                </a:lnTo>
                <a:lnTo>
                  <a:pt x="428313" y="515331"/>
                </a:lnTo>
                <a:lnTo>
                  <a:pt x="454077" y="483543"/>
                </a:lnTo>
                <a:lnTo>
                  <a:pt x="482223" y="454174"/>
                </a:lnTo>
                <a:lnTo>
                  <a:pt x="512645" y="427315"/>
                </a:lnTo>
                <a:lnTo>
                  <a:pt x="545231" y="403059"/>
                </a:lnTo>
                <a:lnTo>
                  <a:pt x="579873" y="381499"/>
                </a:lnTo>
                <a:lnTo>
                  <a:pt x="616461" y="362725"/>
                </a:lnTo>
                <a:lnTo>
                  <a:pt x="654886" y="346831"/>
                </a:lnTo>
                <a:lnTo>
                  <a:pt x="695039" y="333909"/>
                </a:lnTo>
                <a:lnTo>
                  <a:pt x="736811" y="324050"/>
                </a:lnTo>
                <a:lnTo>
                  <a:pt x="780093" y="317348"/>
                </a:lnTo>
                <a:lnTo>
                  <a:pt x="824774" y="313894"/>
                </a:lnTo>
                <a:lnTo>
                  <a:pt x="829143" y="312415"/>
                </a:lnTo>
                <a:lnTo>
                  <a:pt x="865965" y="301644"/>
                </a:lnTo>
                <a:lnTo>
                  <a:pt x="900190" y="281304"/>
                </a:lnTo>
                <a:lnTo>
                  <a:pt x="928647" y="253465"/>
                </a:lnTo>
                <a:lnTo>
                  <a:pt x="949159" y="220049"/>
                </a:lnTo>
                <a:lnTo>
                  <a:pt x="960575" y="182161"/>
                </a:lnTo>
                <a:lnTo>
                  <a:pt x="962161" y="168729"/>
                </a:lnTo>
                <a:lnTo>
                  <a:pt x="961699" y="153197"/>
                </a:lnTo>
                <a:lnTo>
                  <a:pt x="954002" y="110683"/>
                </a:lnTo>
                <a:lnTo>
                  <a:pt x="937808" y="74530"/>
                </a:lnTo>
                <a:lnTo>
                  <a:pt x="905158" y="36736"/>
                </a:lnTo>
                <a:lnTo>
                  <a:pt x="872878" y="16226"/>
                </a:lnTo>
                <a:lnTo>
                  <a:pt x="836699" y="3725"/>
                </a:lnTo>
                <a:lnTo>
                  <a:pt x="808846" y="470"/>
                </a:lnTo>
                <a:lnTo>
                  <a:pt x="8071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210949" y="5886480"/>
            <a:ext cx="444861" cy="643535"/>
          </a:xfrm>
          <a:custGeom>
            <a:avLst/>
            <a:gdLst/>
            <a:ahLst/>
            <a:cxnLst/>
            <a:rect l="l" t="t" r="r" b="b"/>
            <a:pathLst>
              <a:path w="444861" h="643535">
                <a:moveTo>
                  <a:pt x="170253" y="0"/>
                </a:moveTo>
                <a:lnTo>
                  <a:pt x="124158" y="5304"/>
                </a:lnTo>
                <a:lnTo>
                  <a:pt x="83629" y="20642"/>
                </a:lnTo>
                <a:lnTo>
                  <a:pt x="49807" y="44564"/>
                </a:lnTo>
                <a:lnTo>
                  <a:pt x="23834" y="75621"/>
                </a:lnTo>
                <a:lnTo>
                  <a:pt x="6851" y="112365"/>
                </a:lnTo>
                <a:lnTo>
                  <a:pt x="0" y="153344"/>
                </a:lnTo>
                <a:lnTo>
                  <a:pt x="483" y="168026"/>
                </a:lnTo>
                <a:lnTo>
                  <a:pt x="1957" y="181055"/>
                </a:lnTo>
                <a:lnTo>
                  <a:pt x="4274" y="192875"/>
                </a:lnTo>
                <a:lnTo>
                  <a:pt x="7350" y="204193"/>
                </a:lnTo>
                <a:lnTo>
                  <a:pt x="7909" y="206365"/>
                </a:lnTo>
                <a:lnTo>
                  <a:pt x="7438" y="206902"/>
                </a:lnTo>
                <a:lnTo>
                  <a:pt x="8346" y="208919"/>
                </a:lnTo>
                <a:lnTo>
                  <a:pt x="9959" y="212615"/>
                </a:lnTo>
                <a:lnTo>
                  <a:pt x="11976" y="218160"/>
                </a:lnTo>
                <a:lnTo>
                  <a:pt x="14294" y="223436"/>
                </a:lnTo>
                <a:lnTo>
                  <a:pt x="16848" y="228644"/>
                </a:lnTo>
                <a:lnTo>
                  <a:pt x="19471" y="234925"/>
                </a:lnTo>
                <a:lnTo>
                  <a:pt x="36736" y="278212"/>
                </a:lnTo>
                <a:lnTo>
                  <a:pt x="54909" y="326986"/>
                </a:lnTo>
                <a:lnTo>
                  <a:pt x="70651" y="371734"/>
                </a:lnTo>
                <a:lnTo>
                  <a:pt x="87898" y="423425"/>
                </a:lnTo>
                <a:lnTo>
                  <a:pt x="100094" y="461716"/>
                </a:lnTo>
                <a:lnTo>
                  <a:pt x="112753" y="503054"/>
                </a:lnTo>
                <a:lnTo>
                  <a:pt x="115264" y="515669"/>
                </a:lnTo>
                <a:lnTo>
                  <a:pt x="118654" y="527942"/>
                </a:lnTo>
                <a:lnTo>
                  <a:pt x="136196" y="564387"/>
                </a:lnTo>
                <a:lnTo>
                  <a:pt x="161625" y="595911"/>
                </a:lnTo>
                <a:lnTo>
                  <a:pt x="192819" y="620238"/>
                </a:lnTo>
                <a:lnTo>
                  <a:pt x="228736" y="636426"/>
                </a:lnTo>
                <a:lnTo>
                  <a:pt x="268333" y="643535"/>
                </a:lnTo>
                <a:lnTo>
                  <a:pt x="283623" y="643166"/>
                </a:lnTo>
                <a:lnTo>
                  <a:pt x="322977" y="636817"/>
                </a:lnTo>
                <a:lnTo>
                  <a:pt x="366961" y="616760"/>
                </a:lnTo>
                <a:lnTo>
                  <a:pt x="397871" y="591413"/>
                </a:lnTo>
                <a:lnTo>
                  <a:pt x="421889" y="560232"/>
                </a:lnTo>
                <a:lnTo>
                  <a:pt x="437918" y="524246"/>
                </a:lnTo>
                <a:lnTo>
                  <a:pt x="444861" y="484484"/>
                </a:lnTo>
                <a:lnTo>
                  <a:pt x="444703" y="468561"/>
                </a:lnTo>
                <a:lnTo>
                  <a:pt x="433385" y="411950"/>
                </a:lnTo>
                <a:lnTo>
                  <a:pt x="422694" y="373497"/>
                </a:lnTo>
                <a:lnTo>
                  <a:pt x="411178" y="334974"/>
                </a:lnTo>
                <a:lnTo>
                  <a:pt x="398794" y="296701"/>
                </a:lnTo>
                <a:lnTo>
                  <a:pt x="385499" y="258994"/>
                </a:lnTo>
                <a:lnTo>
                  <a:pt x="371250" y="222173"/>
                </a:lnTo>
                <a:lnTo>
                  <a:pt x="356005" y="186554"/>
                </a:lnTo>
                <a:lnTo>
                  <a:pt x="331176" y="136076"/>
                </a:lnTo>
                <a:lnTo>
                  <a:pt x="303863" y="90092"/>
                </a:lnTo>
                <a:lnTo>
                  <a:pt x="294181" y="75948"/>
                </a:lnTo>
                <a:lnTo>
                  <a:pt x="287047" y="65394"/>
                </a:lnTo>
                <a:lnTo>
                  <a:pt x="279129" y="55482"/>
                </a:lnTo>
                <a:lnTo>
                  <a:pt x="276471" y="52392"/>
                </a:lnTo>
                <a:lnTo>
                  <a:pt x="275564" y="50846"/>
                </a:lnTo>
                <a:lnTo>
                  <a:pt x="274489" y="49602"/>
                </a:lnTo>
                <a:lnTo>
                  <a:pt x="273851" y="49233"/>
                </a:lnTo>
                <a:lnTo>
                  <a:pt x="273615" y="48897"/>
                </a:lnTo>
                <a:lnTo>
                  <a:pt x="244045" y="24536"/>
                </a:lnTo>
                <a:lnTo>
                  <a:pt x="209191" y="7795"/>
                </a:lnTo>
                <a:lnTo>
                  <a:pt x="183612" y="1522"/>
                </a:lnTo>
                <a:lnTo>
                  <a:pt x="1702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695958" y="6359837"/>
            <a:ext cx="362188" cy="498162"/>
          </a:xfrm>
          <a:custGeom>
            <a:avLst/>
            <a:gdLst/>
            <a:ahLst/>
            <a:cxnLst/>
            <a:rect l="l" t="t" r="r" b="b"/>
            <a:pathLst>
              <a:path w="362188" h="498162">
                <a:moveTo>
                  <a:pt x="168605" y="0"/>
                </a:moveTo>
                <a:lnTo>
                  <a:pt x="124179" y="3405"/>
                </a:lnTo>
                <a:lnTo>
                  <a:pt x="72482" y="22741"/>
                </a:lnTo>
                <a:lnTo>
                  <a:pt x="37035" y="56277"/>
                </a:lnTo>
                <a:lnTo>
                  <a:pt x="15019" y="100559"/>
                </a:lnTo>
                <a:lnTo>
                  <a:pt x="3614" y="152131"/>
                </a:lnTo>
                <a:lnTo>
                  <a:pt x="0" y="207538"/>
                </a:lnTo>
                <a:lnTo>
                  <a:pt x="61" y="227114"/>
                </a:lnTo>
                <a:lnTo>
                  <a:pt x="2426" y="281407"/>
                </a:lnTo>
                <a:lnTo>
                  <a:pt x="14307" y="395485"/>
                </a:lnTo>
                <a:lnTo>
                  <a:pt x="33239" y="498162"/>
                </a:lnTo>
                <a:lnTo>
                  <a:pt x="362188" y="498162"/>
                </a:lnTo>
                <a:lnTo>
                  <a:pt x="346300" y="442421"/>
                </a:lnTo>
                <a:lnTo>
                  <a:pt x="326628" y="345488"/>
                </a:lnTo>
                <a:lnTo>
                  <a:pt x="314095" y="244900"/>
                </a:lnTo>
                <a:lnTo>
                  <a:pt x="312591" y="226262"/>
                </a:lnTo>
                <a:lnTo>
                  <a:pt x="311162" y="207538"/>
                </a:lnTo>
                <a:lnTo>
                  <a:pt x="309850" y="190998"/>
                </a:lnTo>
                <a:lnTo>
                  <a:pt x="303834" y="137777"/>
                </a:lnTo>
                <a:lnTo>
                  <a:pt x="292414" y="88761"/>
                </a:lnTo>
                <a:lnTo>
                  <a:pt x="271952" y="47398"/>
                </a:lnTo>
                <a:lnTo>
                  <a:pt x="238809" y="17133"/>
                </a:lnTo>
                <a:lnTo>
                  <a:pt x="189348" y="1412"/>
                </a:lnTo>
                <a:lnTo>
                  <a:pt x="1686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80999" y="3683003"/>
            <a:ext cx="7721430" cy="15557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UAE</a:t>
            </a:r>
            <a:r>
              <a:rPr kumimoji="0" lang="en-US" sz="81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81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PASS</a:t>
            </a:r>
            <a:endParaRPr kumimoji="0" sz="8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8" name="object 47"/>
          <p:cNvSpPr txBox="1"/>
          <p:nvPr/>
        </p:nvSpPr>
        <p:spPr>
          <a:xfrm>
            <a:off x="482600" y="5158830"/>
            <a:ext cx="7214310" cy="51135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1270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4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Sprint 80</a:t>
            </a:r>
            <a:endParaRPr lang="en-US">
              <a:ea typeface="+mn-ea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spc="11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defRPr/>
            </a:pPr>
            <a:r>
              <a:rPr lang="en-US" sz="2400" b="1" spc="110">
                <a:solidFill>
                  <a:srgbClr val="FFFFFF"/>
                </a:solidFill>
                <a:latin typeface="Arial"/>
                <a:cs typeface="Arial"/>
              </a:rPr>
              <a:t>20th of May 2026</a:t>
            </a:r>
            <a:endParaRPr lang="en-US" sz="2400" b="1" i="0" u="none" strike="noStrike" kern="1200" cap="none" spc="1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9" name="object 47"/>
          <p:cNvSpPr txBox="1"/>
          <p:nvPr/>
        </p:nvSpPr>
        <p:spPr>
          <a:xfrm>
            <a:off x="6438104" y="6458913"/>
            <a:ext cx="1062591" cy="33592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8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V1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5771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754DF-329D-91FD-5A34-59C2A1A86EE2}"/>
              </a:ext>
            </a:extLst>
          </p:cNvPr>
          <p:cNvSpPr txBox="1">
            <a:spLocks/>
          </p:cNvSpPr>
          <p:nvPr/>
        </p:nvSpPr>
        <p:spPr>
          <a:xfrm>
            <a:off x="487013" y="419158"/>
            <a:ext cx="10515600" cy="46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0A36A"/>
                </a:solidFill>
              </a:rPr>
              <a:t>Table of Content</a:t>
            </a:r>
            <a:endParaRPr lang="en-AE" sz="2400" b="1">
              <a:solidFill>
                <a:srgbClr val="00A36A"/>
              </a:solidFill>
            </a:endParaRPr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E2B19C27-82F3-B77F-EE49-3AF69B0A54E1}"/>
              </a:ext>
            </a:extLst>
          </p:cNvPr>
          <p:cNvSpPr/>
          <p:nvPr/>
        </p:nvSpPr>
        <p:spPr>
          <a:xfrm rot="5400000" flipH="1">
            <a:off x="613816" y="1189989"/>
            <a:ext cx="261553" cy="515159"/>
          </a:xfrm>
          <a:custGeom>
            <a:avLst/>
            <a:gdLst>
              <a:gd name="connsiteX0" fmla="*/ 878541 w 1757082"/>
              <a:gd name="connsiteY0" fmla="*/ 2684033 h 2684033"/>
              <a:gd name="connsiteX1" fmla="*/ 0 w 1757082"/>
              <a:gd name="connsiteY1" fmla="*/ 1805492 h 2684033"/>
              <a:gd name="connsiteX2" fmla="*/ 0 w 1757082"/>
              <a:gd name="connsiteY2" fmla="*/ 640080 h 2684033"/>
              <a:gd name="connsiteX3" fmla="*/ 878541 w 1757082"/>
              <a:gd name="connsiteY3" fmla="*/ 0 h 2684033"/>
              <a:gd name="connsiteX4" fmla="*/ 1757082 w 1757082"/>
              <a:gd name="connsiteY4" fmla="*/ 640080 h 2684033"/>
              <a:gd name="connsiteX5" fmla="*/ 1757082 w 1757082"/>
              <a:gd name="connsiteY5" fmla="*/ 1805492 h 2684033"/>
              <a:gd name="connsiteX6" fmla="*/ 878541 w 1757082"/>
              <a:gd name="connsiteY6" fmla="*/ 2684033 h 268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57082" h="2684033">
                <a:moveTo>
                  <a:pt x="878541" y="2684033"/>
                </a:moveTo>
                <a:cubicBezTo>
                  <a:pt x="393336" y="2684033"/>
                  <a:pt x="0" y="2290697"/>
                  <a:pt x="0" y="1805492"/>
                </a:cubicBezTo>
                <a:lnTo>
                  <a:pt x="0" y="640080"/>
                </a:lnTo>
                <a:lnTo>
                  <a:pt x="878541" y="0"/>
                </a:lnTo>
                <a:lnTo>
                  <a:pt x="1757082" y="640080"/>
                </a:lnTo>
                <a:lnTo>
                  <a:pt x="1757082" y="1805492"/>
                </a:lnTo>
                <a:cubicBezTo>
                  <a:pt x="1757082" y="2290697"/>
                  <a:pt x="1363746" y="2684033"/>
                  <a:pt x="878541" y="2684033"/>
                </a:cubicBezTo>
                <a:close/>
              </a:path>
            </a:pathLst>
          </a:custGeom>
          <a:solidFill>
            <a:srgbClr val="00A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 Light" panose="020F0502020204030203" pitchFamily="34" charset="0"/>
            </a:endParaRPr>
          </a:p>
        </p:txBody>
      </p:sp>
      <p:sp>
        <p:nvSpPr>
          <p:cNvPr id="5" name="Slide Number Placeholder 46">
            <a:extLst>
              <a:ext uri="{FF2B5EF4-FFF2-40B4-BE49-F238E27FC236}">
                <a16:creationId xmlns:a16="http://schemas.microsoft.com/office/drawing/2014/main" id="{D8D12A8F-5350-1D9E-B150-86EAE3144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2D5B70-6E18-7D9F-7F79-38BB80E060D0}"/>
              </a:ext>
            </a:extLst>
          </p:cNvPr>
          <p:cNvSpPr txBox="1"/>
          <p:nvPr/>
        </p:nvSpPr>
        <p:spPr>
          <a:xfrm>
            <a:off x="1138294" y="1316792"/>
            <a:ext cx="5735465" cy="315513"/>
          </a:xfrm>
          <a:prstGeom prst="rect">
            <a:avLst/>
          </a:prstGeom>
          <a:noFill/>
        </p:spPr>
        <p:txBody>
          <a:bodyPr wrap="square" lIns="68620" tIns="34311" rIns="68620" bIns="34311" rtlCol="0" anchor="ctr" anchorCtr="0">
            <a:spAutoFit/>
          </a:bodyPr>
          <a:lstStyle/>
          <a:p>
            <a:pPr defTabSz="686189">
              <a:defRPr/>
            </a:pPr>
            <a:r>
              <a:rPr lang="en-US" sz="1600">
                <a:latin typeface="+mj-lt"/>
                <a:cs typeface="Segoe UI Light" panose="020B0502040204020203" pitchFamily="34" charset="0"/>
              </a:rPr>
              <a:t>Sprint 80 Goals</a:t>
            </a:r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FE7997AF-1C0E-FD92-850E-283E0243D171}"/>
              </a:ext>
            </a:extLst>
          </p:cNvPr>
          <p:cNvSpPr/>
          <p:nvPr/>
        </p:nvSpPr>
        <p:spPr>
          <a:xfrm rot="5400000" flipH="1">
            <a:off x="613816" y="1816967"/>
            <a:ext cx="261553" cy="515159"/>
          </a:xfrm>
          <a:custGeom>
            <a:avLst/>
            <a:gdLst>
              <a:gd name="connsiteX0" fmla="*/ 878541 w 1757082"/>
              <a:gd name="connsiteY0" fmla="*/ 2684033 h 2684033"/>
              <a:gd name="connsiteX1" fmla="*/ 0 w 1757082"/>
              <a:gd name="connsiteY1" fmla="*/ 1805492 h 2684033"/>
              <a:gd name="connsiteX2" fmla="*/ 0 w 1757082"/>
              <a:gd name="connsiteY2" fmla="*/ 640080 h 2684033"/>
              <a:gd name="connsiteX3" fmla="*/ 878541 w 1757082"/>
              <a:gd name="connsiteY3" fmla="*/ 0 h 2684033"/>
              <a:gd name="connsiteX4" fmla="*/ 1757082 w 1757082"/>
              <a:gd name="connsiteY4" fmla="*/ 640080 h 2684033"/>
              <a:gd name="connsiteX5" fmla="*/ 1757082 w 1757082"/>
              <a:gd name="connsiteY5" fmla="*/ 1805492 h 2684033"/>
              <a:gd name="connsiteX6" fmla="*/ 878541 w 1757082"/>
              <a:gd name="connsiteY6" fmla="*/ 2684033 h 268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57082" h="2684033">
                <a:moveTo>
                  <a:pt x="878541" y="2684033"/>
                </a:moveTo>
                <a:cubicBezTo>
                  <a:pt x="393336" y="2684033"/>
                  <a:pt x="0" y="2290697"/>
                  <a:pt x="0" y="1805492"/>
                </a:cubicBezTo>
                <a:lnTo>
                  <a:pt x="0" y="640080"/>
                </a:lnTo>
                <a:lnTo>
                  <a:pt x="878541" y="0"/>
                </a:lnTo>
                <a:lnTo>
                  <a:pt x="1757082" y="640080"/>
                </a:lnTo>
                <a:lnTo>
                  <a:pt x="1757082" y="1805492"/>
                </a:lnTo>
                <a:cubicBezTo>
                  <a:pt x="1757082" y="2290697"/>
                  <a:pt x="1363746" y="2684033"/>
                  <a:pt x="878541" y="2684033"/>
                </a:cubicBezTo>
                <a:close/>
              </a:path>
            </a:pathLst>
          </a:custGeom>
          <a:solidFill>
            <a:srgbClr val="00A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 Light" panose="020F050202020403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A3D782-341D-40DB-3405-94E8EFD68A89}"/>
              </a:ext>
            </a:extLst>
          </p:cNvPr>
          <p:cNvCxnSpPr>
            <a:cxnSpLocks/>
          </p:cNvCxnSpPr>
          <p:nvPr/>
        </p:nvCxnSpPr>
        <p:spPr>
          <a:xfrm>
            <a:off x="734159" y="1578345"/>
            <a:ext cx="0" cy="374414"/>
          </a:xfrm>
          <a:prstGeom prst="line">
            <a:avLst/>
          </a:prstGeom>
          <a:ln w="12700">
            <a:solidFill>
              <a:srgbClr val="00A36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0032F78-CD42-B75E-B368-C31124B909C9}"/>
              </a:ext>
            </a:extLst>
          </p:cNvPr>
          <p:cNvSpPr txBox="1"/>
          <p:nvPr/>
        </p:nvSpPr>
        <p:spPr>
          <a:xfrm>
            <a:off x="1138294" y="1943770"/>
            <a:ext cx="5735465" cy="315513"/>
          </a:xfrm>
          <a:prstGeom prst="rect">
            <a:avLst/>
          </a:prstGeom>
          <a:noFill/>
        </p:spPr>
        <p:txBody>
          <a:bodyPr wrap="square" lIns="68620" tIns="34311" rIns="68620" bIns="34311" rtlCol="0" anchor="ctr" anchorCtr="0">
            <a:spAutoFit/>
          </a:bodyPr>
          <a:lstStyle/>
          <a:p>
            <a:pPr defTabSz="686189">
              <a:defRPr/>
            </a:pPr>
            <a:r>
              <a:rPr lang="en-US" sz="1600">
                <a:latin typeface="+mj-lt"/>
                <a:cs typeface="Segoe UI Light" panose="020B0502040204020203" pitchFamily="34" charset="0"/>
              </a:rPr>
              <a:t>Sprint 80 Achievements</a:t>
            </a:r>
          </a:p>
        </p:txBody>
      </p:sp>
    </p:spTree>
    <p:extLst>
      <p:ext uri="{BB962C8B-B14F-4D97-AF65-F5344CB8AC3E}">
        <p14:creationId xmlns:p14="http://schemas.microsoft.com/office/powerpoint/2010/main" val="2077037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4534" y="406855"/>
            <a:ext cx="457687" cy="162576"/>
          </a:xfrm>
          <a:custGeom>
            <a:avLst/>
            <a:gdLst/>
            <a:ahLst/>
            <a:cxnLst/>
            <a:rect l="l" t="t" r="r" b="b"/>
            <a:pathLst>
              <a:path w="457687" h="162576">
                <a:moveTo>
                  <a:pt x="111153" y="110803"/>
                </a:moveTo>
                <a:lnTo>
                  <a:pt x="79853" y="110803"/>
                </a:lnTo>
                <a:lnTo>
                  <a:pt x="88133" y="121015"/>
                </a:lnTo>
                <a:lnTo>
                  <a:pt x="97550" y="129539"/>
                </a:lnTo>
                <a:lnTo>
                  <a:pt x="108420" y="136019"/>
                </a:lnTo>
                <a:lnTo>
                  <a:pt x="121033" y="140071"/>
                </a:lnTo>
                <a:lnTo>
                  <a:pt x="133464" y="141382"/>
                </a:lnTo>
                <a:lnTo>
                  <a:pt x="218524" y="141382"/>
                </a:lnTo>
                <a:lnTo>
                  <a:pt x="226891" y="151379"/>
                </a:lnTo>
                <a:lnTo>
                  <a:pt x="237331" y="158444"/>
                </a:lnTo>
                <a:lnTo>
                  <a:pt x="249791" y="162576"/>
                </a:lnTo>
                <a:lnTo>
                  <a:pt x="267638" y="162215"/>
                </a:lnTo>
                <a:lnTo>
                  <a:pt x="281603" y="159664"/>
                </a:lnTo>
                <a:lnTo>
                  <a:pt x="292389" y="154991"/>
                </a:lnTo>
                <a:lnTo>
                  <a:pt x="300700" y="148262"/>
                </a:lnTo>
                <a:lnTo>
                  <a:pt x="305255" y="147562"/>
                </a:lnTo>
                <a:lnTo>
                  <a:pt x="262794" y="147559"/>
                </a:lnTo>
                <a:lnTo>
                  <a:pt x="232644" y="123610"/>
                </a:lnTo>
                <a:lnTo>
                  <a:pt x="136343" y="123610"/>
                </a:lnTo>
                <a:lnTo>
                  <a:pt x="122795" y="121009"/>
                </a:lnTo>
                <a:lnTo>
                  <a:pt x="112602" y="113468"/>
                </a:lnTo>
                <a:lnTo>
                  <a:pt x="111153" y="110803"/>
                </a:lnTo>
                <a:close/>
              </a:path>
              <a:path w="457687" h="162576">
                <a:moveTo>
                  <a:pt x="302686" y="64829"/>
                </a:moveTo>
                <a:lnTo>
                  <a:pt x="253254" y="64829"/>
                </a:lnTo>
                <a:lnTo>
                  <a:pt x="270847" y="64997"/>
                </a:lnTo>
                <a:lnTo>
                  <a:pt x="281728" y="68784"/>
                </a:lnTo>
                <a:lnTo>
                  <a:pt x="290353" y="81637"/>
                </a:lnTo>
                <a:lnTo>
                  <a:pt x="294202" y="92521"/>
                </a:lnTo>
                <a:lnTo>
                  <a:pt x="294291" y="94258"/>
                </a:lnTo>
                <a:lnTo>
                  <a:pt x="293514" y="113801"/>
                </a:lnTo>
                <a:lnTo>
                  <a:pt x="263341" y="147559"/>
                </a:lnTo>
                <a:lnTo>
                  <a:pt x="262810" y="147562"/>
                </a:lnTo>
                <a:lnTo>
                  <a:pt x="305274" y="147559"/>
                </a:lnTo>
                <a:lnTo>
                  <a:pt x="345477" y="141382"/>
                </a:lnTo>
                <a:lnTo>
                  <a:pt x="404218" y="141378"/>
                </a:lnTo>
                <a:lnTo>
                  <a:pt x="418985" y="139524"/>
                </a:lnTo>
                <a:lnTo>
                  <a:pt x="431706" y="134230"/>
                </a:lnTo>
                <a:lnTo>
                  <a:pt x="441481" y="126445"/>
                </a:lnTo>
                <a:lnTo>
                  <a:pt x="404218" y="126445"/>
                </a:lnTo>
                <a:lnTo>
                  <a:pt x="390795" y="123809"/>
                </a:lnTo>
                <a:lnTo>
                  <a:pt x="390170" y="123351"/>
                </a:lnTo>
                <a:lnTo>
                  <a:pt x="314064" y="123351"/>
                </a:lnTo>
                <a:lnTo>
                  <a:pt x="315559" y="117881"/>
                </a:lnTo>
                <a:lnTo>
                  <a:pt x="315669" y="117246"/>
                </a:lnTo>
                <a:lnTo>
                  <a:pt x="316301" y="112390"/>
                </a:lnTo>
                <a:lnTo>
                  <a:pt x="316241" y="103631"/>
                </a:lnTo>
                <a:lnTo>
                  <a:pt x="315212" y="91287"/>
                </a:lnTo>
                <a:lnTo>
                  <a:pt x="311726" y="78849"/>
                </a:lnTo>
                <a:lnTo>
                  <a:pt x="305961" y="68057"/>
                </a:lnTo>
                <a:lnTo>
                  <a:pt x="302686" y="64829"/>
                </a:lnTo>
                <a:close/>
              </a:path>
              <a:path w="457687" h="162576">
                <a:moveTo>
                  <a:pt x="442681" y="40921"/>
                </a:moveTo>
                <a:lnTo>
                  <a:pt x="395288" y="40921"/>
                </a:lnTo>
                <a:lnTo>
                  <a:pt x="412385" y="42312"/>
                </a:lnTo>
                <a:lnTo>
                  <a:pt x="424750" y="47822"/>
                </a:lnTo>
                <a:lnTo>
                  <a:pt x="432824" y="57063"/>
                </a:lnTo>
                <a:lnTo>
                  <a:pt x="437047" y="69649"/>
                </a:lnTo>
                <a:lnTo>
                  <a:pt x="436310" y="88762"/>
                </a:lnTo>
                <a:lnTo>
                  <a:pt x="418235" y="123749"/>
                </a:lnTo>
                <a:lnTo>
                  <a:pt x="404218" y="126445"/>
                </a:lnTo>
                <a:lnTo>
                  <a:pt x="441481" y="126445"/>
                </a:lnTo>
                <a:lnTo>
                  <a:pt x="442159" y="125904"/>
                </a:lnTo>
                <a:lnTo>
                  <a:pt x="450122" y="114951"/>
                </a:lnTo>
                <a:lnTo>
                  <a:pt x="455372" y="101778"/>
                </a:lnTo>
                <a:lnTo>
                  <a:pt x="457687" y="86790"/>
                </a:lnTo>
                <a:lnTo>
                  <a:pt x="456331" y="70588"/>
                </a:lnTo>
                <a:lnTo>
                  <a:pt x="456209" y="69649"/>
                </a:lnTo>
                <a:lnTo>
                  <a:pt x="452057" y="55354"/>
                </a:lnTo>
                <a:lnTo>
                  <a:pt x="445243" y="43456"/>
                </a:lnTo>
                <a:lnTo>
                  <a:pt x="442681" y="40921"/>
                </a:lnTo>
                <a:close/>
              </a:path>
              <a:path w="457687" h="162576">
                <a:moveTo>
                  <a:pt x="182460" y="24458"/>
                </a:moveTo>
                <a:lnTo>
                  <a:pt x="164436" y="24458"/>
                </a:lnTo>
                <a:lnTo>
                  <a:pt x="164369" y="100350"/>
                </a:lnTo>
                <a:lnTo>
                  <a:pt x="163140" y="108170"/>
                </a:lnTo>
                <a:lnTo>
                  <a:pt x="160179" y="113801"/>
                </a:lnTo>
                <a:lnTo>
                  <a:pt x="156963" y="120003"/>
                </a:lnTo>
                <a:lnTo>
                  <a:pt x="149754" y="123610"/>
                </a:lnTo>
                <a:lnTo>
                  <a:pt x="232644" y="123610"/>
                </a:lnTo>
                <a:lnTo>
                  <a:pt x="232586" y="123351"/>
                </a:lnTo>
                <a:lnTo>
                  <a:pt x="177568" y="123351"/>
                </a:lnTo>
                <a:lnTo>
                  <a:pt x="181058" y="112390"/>
                </a:lnTo>
                <a:lnTo>
                  <a:pt x="182315" y="99918"/>
                </a:lnTo>
                <a:lnTo>
                  <a:pt x="182442" y="64829"/>
                </a:lnTo>
                <a:lnTo>
                  <a:pt x="182460" y="24458"/>
                </a:lnTo>
                <a:close/>
              </a:path>
              <a:path w="457687" h="162576">
                <a:moveTo>
                  <a:pt x="103378" y="0"/>
                </a:moveTo>
                <a:lnTo>
                  <a:pt x="48781" y="0"/>
                </a:lnTo>
                <a:lnTo>
                  <a:pt x="35457" y="1923"/>
                </a:lnTo>
                <a:lnTo>
                  <a:pt x="6958" y="27819"/>
                </a:lnTo>
                <a:lnTo>
                  <a:pt x="0" y="58967"/>
                </a:lnTo>
                <a:lnTo>
                  <a:pt x="1331" y="75544"/>
                </a:lnTo>
                <a:lnTo>
                  <a:pt x="20256" y="113586"/>
                </a:lnTo>
                <a:lnTo>
                  <a:pt x="42039" y="123433"/>
                </a:lnTo>
                <a:lnTo>
                  <a:pt x="57974" y="122108"/>
                </a:lnTo>
                <a:lnTo>
                  <a:pt x="70439" y="117881"/>
                </a:lnTo>
                <a:lnTo>
                  <a:pt x="79853" y="110803"/>
                </a:lnTo>
                <a:lnTo>
                  <a:pt x="111153" y="110803"/>
                </a:lnTo>
                <a:lnTo>
                  <a:pt x="109722" y="108170"/>
                </a:lnTo>
                <a:lnTo>
                  <a:pt x="61047" y="108159"/>
                </a:lnTo>
                <a:lnTo>
                  <a:pt x="45745" y="106450"/>
                </a:lnTo>
                <a:lnTo>
                  <a:pt x="33819" y="100350"/>
                </a:lnTo>
                <a:lnTo>
                  <a:pt x="25264" y="90664"/>
                </a:lnTo>
                <a:lnTo>
                  <a:pt x="20005" y="78268"/>
                </a:lnTo>
                <a:lnTo>
                  <a:pt x="17917" y="63915"/>
                </a:lnTo>
                <a:lnTo>
                  <a:pt x="19631" y="46656"/>
                </a:lnTo>
                <a:lnTo>
                  <a:pt x="24561" y="32334"/>
                </a:lnTo>
                <a:lnTo>
                  <a:pt x="32300" y="21598"/>
                </a:lnTo>
                <a:lnTo>
                  <a:pt x="42442" y="15098"/>
                </a:lnTo>
                <a:lnTo>
                  <a:pt x="84832" y="13385"/>
                </a:lnTo>
                <a:lnTo>
                  <a:pt x="103385" y="13385"/>
                </a:lnTo>
                <a:lnTo>
                  <a:pt x="103378" y="0"/>
                </a:lnTo>
                <a:close/>
              </a:path>
              <a:path w="457687" h="162576">
                <a:moveTo>
                  <a:pt x="272814" y="47847"/>
                </a:moveTo>
                <a:lnTo>
                  <a:pt x="232245" y="55763"/>
                </a:lnTo>
                <a:lnTo>
                  <a:pt x="209224" y="96906"/>
                </a:lnTo>
                <a:lnTo>
                  <a:pt x="209233" y="106373"/>
                </a:lnTo>
                <a:lnTo>
                  <a:pt x="209353" y="113801"/>
                </a:lnTo>
                <a:lnTo>
                  <a:pt x="210682" y="122880"/>
                </a:lnTo>
                <a:lnTo>
                  <a:pt x="180399" y="123351"/>
                </a:lnTo>
                <a:lnTo>
                  <a:pt x="232586" y="123351"/>
                </a:lnTo>
                <a:lnTo>
                  <a:pt x="230453" y="113801"/>
                </a:lnTo>
                <a:lnTo>
                  <a:pt x="231000" y="96906"/>
                </a:lnTo>
                <a:lnTo>
                  <a:pt x="233343" y="85086"/>
                </a:lnTo>
                <a:lnTo>
                  <a:pt x="243201" y="71539"/>
                </a:lnTo>
                <a:lnTo>
                  <a:pt x="253254" y="64829"/>
                </a:lnTo>
                <a:lnTo>
                  <a:pt x="302686" y="64829"/>
                </a:lnTo>
                <a:lnTo>
                  <a:pt x="295591" y="57834"/>
                </a:lnTo>
                <a:lnTo>
                  <a:pt x="284644" y="51245"/>
                </a:lnTo>
                <a:lnTo>
                  <a:pt x="272814" y="47847"/>
                </a:lnTo>
                <a:close/>
              </a:path>
              <a:path w="457687" h="162576">
                <a:moveTo>
                  <a:pt x="404474" y="24716"/>
                </a:moveTo>
                <a:lnTo>
                  <a:pt x="366054" y="40002"/>
                </a:lnTo>
                <a:lnTo>
                  <a:pt x="350378" y="77989"/>
                </a:lnTo>
                <a:lnTo>
                  <a:pt x="350274" y="78849"/>
                </a:lnTo>
                <a:lnTo>
                  <a:pt x="351159" y="94258"/>
                </a:lnTo>
                <a:lnTo>
                  <a:pt x="354022" y="106989"/>
                </a:lnTo>
                <a:lnTo>
                  <a:pt x="358806" y="117426"/>
                </a:lnTo>
                <a:lnTo>
                  <a:pt x="345477" y="123351"/>
                </a:lnTo>
                <a:lnTo>
                  <a:pt x="390170" y="123351"/>
                </a:lnTo>
                <a:lnTo>
                  <a:pt x="380507" y="116276"/>
                </a:lnTo>
                <a:lnTo>
                  <a:pt x="373673" y="104407"/>
                </a:lnTo>
                <a:lnTo>
                  <a:pt x="370616" y="88762"/>
                </a:lnTo>
                <a:lnTo>
                  <a:pt x="372119" y="70588"/>
                </a:lnTo>
                <a:lnTo>
                  <a:pt x="376766" y="56458"/>
                </a:lnTo>
                <a:lnTo>
                  <a:pt x="384506" y="46519"/>
                </a:lnTo>
                <a:lnTo>
                  <a:pt x="395288" y="40921"/>
                </a:lnTo>
                <a:lnTo>
                  <a:pt x="442681" y="40921"/>
                </a:lnTo>
                <a:lnTo>
                  <a:pt x="436018" y="34328"/>
                </a:lnTo>
                <a:lnTo>
                  <a:pt x="424575" y="28137"/>
                </a:lnTo>
                <a:lnTo>
                  <a:pt x="411107" y="25049"/>
                </a:lnTo>
                <a:lnTo>
                  <a:pt x="404474" y="24716"/>
                </a:lnTo>
                <a:close/>
              </a:path>
              <a:path w="457687" h="162576">
                <a:moveTo>
                  <a:pt x="103385" y="13385"/>
                </a:moveTo>
                <a:lnTo>
                  <a:pt x="84832" y="13385"/>
                </a:lnTo>
                <a:lnTo>
                  <a:pt x="84832" y="58967"/>
                </a:lnTo>
                <a:lnTo>
                  <a:pt x="83109" y="77989"/>
                </a:lnTo>
                <a:lnTo>
                  <a:pt x="78587" y="92521"/>
                </a:lnTo>
                <a:lnTo>
                  <a:pt x="71267" y="102576"/>
                </a:lnTo>
                <a:lnTo>
                  <a:pt x="61149" y="108170"/>
                </a:lnTo>
                <a:lnTo>
                  <a:pt x="109722" y="108170"/>
                </a:lnTo>
                <a:lnTo>
                  <a:pt x="106058" y="101430"/>
                </a:lnTo>
                <a:lnTo>
                  <a:pt x="103419" y="85224"/>
                </a:lnTo>
                <a:lnTo>
                  <a:pt x="103385" y="133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62340" y="381613"/>
            <a:ext cx="131860" cy="208854"/>
          </a:xfrm>
          <a:custGeom>
            <a:avLst/>
            <a:gdLst/>
            <a:ahLst/>
            <a:cxnLst/>
            <a:rect l="l" t="t" r="r" b="b"/>
            <a:pathLst>
              <a:path w="131860" h="208854">
                <a:moveTo>
                  <a:pt x="54081" y="49701"/>
                </a:moveTo>
                <a:lnTo>
                  <a:pt x="36051" y="49701"/>
                </a:lnTo>
                <a:lnTo>
                  <a:pt x="35999" y="148592"/>
                </a:lnTo>
                <a:lnTo>
                  <a:pt x="34220" y="166001"/>
                </a:lnTo>
                <a:lnTo>
                  <a:pt x="28740" y="178972"/>
                </a:lnTo>
                <a:lnTo>
                  <a:pt x="19628" y="187276"/>
                </a:lnTo>
                <a:lnTo>
                  <a:pt x="6900" y="191194"/>
                </a:lnTo>
                <a:lnTo>
                  <a:pt x="0" y="208854"/>
                </a:lnTo>
                <a:lnTo>
                  <a:pt x="38839" y="194028"/>
                </a:lnTo>
                <a:lnTo>
                  <a:pt x="51351" y="170892"/>
                </a:lnTo>
                <a:lnTo>
                  <a:pt x="96574" y="166622"/>
                </a:lnTo>
                <a:lnTo>
                  <a:pt x="110460" y="163769"/>
                </a:lnTo>
                <a:lnTo>
                  <a:pt x="120896" y="156880"/>
                </a:lnTo>
                <a:lnTo>
                  <a:pt x="126147" y="148592"/>
                </a:lnTo>
                <a:lnTo>
                  <a:pt x="54081" y="148592"/>
                </a:lnTo>
                <a:lnTo>
                  <a:pt x="54081" y="49701"/>
                </a:lnTo>
                <a:close/>
              </a:path>
              <a:path w="131860" h="208854">
                <a:moveTo>
                  <a:pt x="131860" y="0"/>
                </a:moveTo>
                <a:lnTo>
                  <a:pt x="113836" y="0"/>
                </a:lnTo>
                <a:lnTo>
                  <a:pt x="113836" y="125162"/>
                </a:lnTo>
                <a:lnTo>
                  <a:pt x="112549" y="133399"/>
                </a:lnTo>
                <a:lnTo>
                  <a:pt x="109973" y="138035"/>
                </a:lnTo>
                <a:lnTo>
                  <a:pt x="106898" y="144186"/>
                </a:lnTo>
                <a:lnTo>
                  <a:pt x="101177" y="147685"/>
                </a:lnTo>
                <a:lnTo>
                  <a:pt x="92701" y="148592"/>
                </a:lnTo>
                <a:lnTo>
                  <a:pt x="126147" y="148592"/>
                </a:lnTo>
                <a:lnTo>
                  <a:pt x="127876" y="145864"/>
                </a:lnTo>
                <a:lnTo>
                  <a:pt x="131397" y="130728"/>
                </a:lnTo>
                <a:lnTo>
                  <a:pt x="1318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37734" y="381612"/>
            <a:ext cx="0" cy="166622"/>
          </a:xfrm>
          <a:custGeom>
            <a:avLst/>
            <a:gdLst/>
            <a:ahLst/>
            <a:cxnLst/>
            <a:rect l="l" t="t" r="r" b="b"/>
            <a:pathLst>
              <a:path h="166622">
                <a:moveTo>
                  <a:pt x="0" y="0"/>
                </a:moveTo>
                <a:lnTo>
                  <a:pt x="0" y="166622"/>
                </a:lnTo>
              </a:path>
            </a:pathLst>
          </a:custGeom>
          <a:ln w="192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8405" y="406853"/>
            <a:ext cx="184060" cy="141382"/>
          </a:xfrm>
          <a:custGeom>
            <a:avLst/>
            <a:gdLst/>
            <a:ahLst/>
            <a:cxnLst/>
            <a:rect l="l" t="t" r="r" b="b"/>
            <a:pathLst>
              <a:path w="184060" h="141382">
                <a:moveTo>
                  <a:pt x="111213" y="110805"/>
                </a:moveTo>
                <a:lnTo>
                  <a:pt x="79915" y="110805"/>
                </a:lnTo>
                <a:lnTo>
                  <a:pt x="88155" y="121040"/>
                </a:lnTo>
                <a:lnTo>
                  <a:pt x="97560" y="129583"/>
                </a:lnTo>
                <a:lnTo>
                  <a:pt x="108420" y="136064"/>
                </a:lnTo>
                <a:lnTo>
                  <a:pt x="121024" y="140116"/>
                </a:lnTo>
                <a:lnTo>
                  <a:pt x="137483" y="141382"/>
                </a:lnTo>
                <a:lnTo>
                  <a:pt x="146206" y="141382"/>
                </a:lnTo>
                <a:lnTo>
                  <a:pt x="160737" y="139277"/>
                </a:lnTo>
                <a:lnTo>
                  <a:pt x="171766" y="132971"/>
                </a:lnTo>
                <a:lnTo>
                  <a:pt x="178481" y="123612"/>
                </a:lnTo>
                <a:lnTo>
                  <a:pt x="136390" y="123610"/>
                </a:lnTo>
                <a:lnTo>
                  <a:pt x="122862" y="121017"/>
                </a:lnTo>
                <a:lnTo>
                  <a:pt x="112673" y="113492"/>
                </a:lnTo>
                <a:lnTo>
                  <a:pt x="111213" y="110805"/>
                </a:lnTo>
                <a:close/>
              </a:path>
              <a:path w="184060" h="141382">
                <a:moveTo>
                  <a:pt x="184060" y="24461"/>
                </a:moveTo>
                <a:lnTo>
                  <a:pt x="166033" y="24461"/>
                </a:lnTo>
                <a:lnTo>
                  <a:pt x="165966" y="100351"/>
                </a:lnTo>
                <a:lnTo>
                  <a:pt x="164743" y="108173"/>
                </a:lnTo>
                <a:lnTo>
                  <a:pt x="162172" y="112798"/>
                </a:lnTo>
                <a:lnTo>
                  <a:pt x="158569" y="120009"/>
                </a:lnTo>
                <a:lnTo>
                  <a:pt x="151354" y="123610"/>
                </a:lnTo>
                <a:lnTo>
                  <a:pt x="136404" y="123612"/>
                </a:lnTo>
                <a:lnTo>
                  <a:pt x="178481" y="123612"/>
                </a:lnTo>
                <a:lnTo>
                  <a:pt x="179294" y="122479"/>
                </a:lnTo>
                <a:lnTo>
                  <a:pt x="183223" y="108173"/>
                </a:lnTo>
                <a:lnTo>
                  <a:pt x="183333" y="106452"/>
                </a:lnTo>
                <a:lnTo>
                  <a:pt x="184060" y="24461"/>
                </a:lnTo>
                <a:close/>
              </a:path>
              <a:path w="184060" h="141382">
                <a:moveTo>
                  <a:pt x="103440" y="0"/>
                </a:moveTo>
                <a:lnTo>
                  <a:pt x="48841" y="0"/>
                </a:lnTo>
                <a:lnTo>
                  <a:pt x="35518" y="1923"/>
                </a:lnTo>
                <a:lnTo>
                  <a:pt x="7021" y="27822"/>
                </a:lnTo>
                <a:lnTo>
                  <a:pt x="0" y="58171"/>
                </a:lnTo>
                <a:lnTo>
                  <a:pt x="1395" y="75549"/>
                </a:lnTo>
                <a:lnTo>
                  <a:pt x="20321" y="113591"/>
                </a:lnTo>
                <a:lnTo>
                  <a:pt x="42102" y="123436"/>
                </a:lnTo>
                <a:lnTo>
                  <a:pt x="58038" y="122110"/>
                </a:lnTo>
                <a:lnTo>
                  <a:pt x="70502" y="117883"/>
                </a:lnTo>
                <a:lnTo>
                  <a:pt x="79915" y="110805"/>
                </a:lnTo>
                <a:lnTo>
                  <a:pt x="111213" y="110805"/>
                </a:lnTo>
                <a:lnTo>
                  <a:pt x="109782" y="108173"/>
                </a:lnTo>
                <a:lnTo>
                  <a:pt x="61114" y="108163"/>
                </a:lnTo>
                <a:lnTo>
                  <a:pt x="45803" y="106452"/>
                </a:lnTo>
                <a:lnTo>
                  <a:pt x="33879" y="100351"/>
                </a:lnTo>
                <a:lnTo>
                  <a:pt x="25334" y="90685"/>
                </a:lnTo>
                <a:lnTo>
                  <a:pt x="20068" y="78267"/>
                </a:lnTo>
                <a:lnTo>
                  <a:pt x="17981" y="63912"/>
                </a:lnTo>
                <a:lnTo>
                  <a:pt x="19696" y="46655"/>
                </a:lnTo>
                <a:lnTo>
                  <a:pt x="24626" y="32333"/>
                </a:lnTo>
                <a:lnTo>
                  <a:pt x="32365" y="21598"/>
                </a:lnTo>
                <a:lnTo>
                  <a:pt x="42508" y="15099"/>
                </a:lnTo>
                <a:lnTo>
                  <a:pt x="84890" y="13388"/>
                </a:lnTo>
                <a:lnTo>
                  <a:pt x="103446" y="13388"/>
                </a:lnTo>
                <a:lnTo>
                  <a:pt x="103440" y="0"/>
                </a:lnTo>
                <a:close/>
              </a:path>
              <a:path w="184060" h="141382">
                <a:moveTo>
                  <a:pt x="103446" y="13388"/>
                </a:moveTo>
                <a:lnTo>
                  <a:pt x="84890" y="13388"/>
                </a:lnTo>
                <a:lnTo>
                  <a:pt x="84890" y="58971"/>
                </a:lnTo>
                <a:lnTo>
                  <a:pt x="83168" y="77993"/>
                </a:lnTo>
                <a:lnTo>
                  <a:pt x="78647" y="92524"/>
                </a:lnTo>
                <a:lnTo>
                  <a:pt x="71327" y="102580"/>
                </a:lnTo>
                <a:lnTo>
                  <a:pt x="61207" y="108173"/>
                </a:lnTo>
                <a:lnTo>
                  <a:pt x="109782" y="108173"/>
                </a:lnTo>
                <a:lnTo>
                  <a:pt x="106118" y="101431"/>
                </a:lnTo>
                <a:lnTo>
                  <a:pt x="103480" y="85226"/>
                </a:lnTo>
                <a:lnTo>
                  <a:pt x="103446" y="13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13349" y="381613"/>
            <a:ext cx="323744" cy="208854"/>
          </a:xfrm>
          <a:custGeom>
            <a:avLst/>
            <a:gdLst/>
            <a:ahLst/>
            <a:cxnLst/>
            <a:rect l="l" t="t" r="r" b="b"/>
            <a:pathLst>
              <a:path w="323744" h="208854">
                <a:moveTo>
                  <a:pt x="58693" y="49810"/>
                </a:moveTo>
                <a:lnTo>
                  <a:pt x="20859" y="60460"/>
                </a:lnTo>
                <a:lnTo>
                  <a:pt x="1194" y="95284"/>
                </a:lnTo>
                <a:lnTo>
                  <a:pt x="0" y="106982"/>
                </a:lnTo>
                <a:lnTo>
                  <a:pt x="1082" y="121281"/>
                </a:lnTo>
                <a:lnTo>
                  <a:pt x="20768" y="156056"/>
                </a:lnTo>
                <a:lnTo>
                  <a:pt x="77505" y="166622"/>
                </a:lnTo>
                <a:lnTo>
                  <a:pt x="71502" y="179853"/>
                </a:lnTo>
                <a:lnTo>
                  <a:pt x="61835" y="188190"/>
                </a:lnTo>
                <a:lnTo>
                  <a:pt x="48552" y="191535"/>
                </a:lnTo>
                <a:lnTo>
                  <a:pt x="43767" y="191601"/>
                </a:lnTo>
                <a:lnTo>
                  <a:pt x="43767" y="208854"/>
                </a:lnTo>
                <a:lnTo>
                  <a:pt x="82421" y="194030"/>
                </a:lnTo>
                <a:lnTo>
                  <a:pt x="95083" y="170898"/>
                </a:lnTo>
                <a:lnTo>
                  <a:pt x="100693" y="166622"/>
                </a:lnTo>
                <a:lnTo>
                  <a:pt x="285883" y="166622"/>
                </a:lnTo>
                <a:lnTo>
                  <a:pt x="300418" y="164517"/>
                </a:lnTo>
                <a:lnTo>
                  <a:pt x="311449" y="158212"/>
                </a:lnTo>
                <a:lnTo>
                  <a:pt x="318166" y="148852"/>
                </a:lnTo>
                <a:lnTo>
                  <a:pt x="49689" y="148852"/>
                </a:lnTo>
                <a:lnTo>
                  <a:pt x="37331" y="145853"/>
                </a:lnTo>
                <a:lnTo>
                  <a:pt x="27497" y="136853"/>
                </a:lnTo>
                <a:lnTo>
                  <a:pt x="21438" y="124489"/>
                </a:lnTo>
                <a:lnTo>
                  <a:pt x="18810" y="112532"/>
                </a:lnTo>
                <a:lnTo>
                  <a:pt x="19786" y="97362"/>
                </a:lnTo>
                <a:lnTo>
                  <a:pt x="23228" y="86057"/>
                </a:lnTo>
                <a:lnTo>
                  <a:pt x="33603" y="73088"/>
                </a:lnTo>
                <a:lnTo>
                  <a:pt x="43631" y="67157"/>
                </a:lnTo>
                <a:lnTo>
                  <a:pt x="88823" y="67157"/>
                </a:lnTo>
                <a:lnTo>
                  <a:pt x="83147" y="59996"/>
                </a:lnTo>
                <a:lnTo>
                  <a:pt x="72197" y="53166"/>
                </a:lnTo>
                <a:lnTo>
                  <a:pt x="58693" y="49810"/>
                </a:lnTo>
                <a:close/>
              </a:path>
              <a:path w="323744" h="208854">
                <a:moveTo>
                  <a:pt x="88823" y="67157"/>
                </a:moveTo>
                <a:lnTo>
                  <a:pt x="43631" y="67157"/>
                </a:lnTo>
                <a:lnTo>
                  <a:pt x="59964" y="67954"/>
                </a:lnTo>
                <a:lnTo>
                  <a:pt x="69744" y="72411"/>
                </a:lnTo>
                <a:lnTo>
                  <a:pt x="77244" y="80354"/>
                </a:lnTo>
                <a:lnTo>
                  <a:pt x="79563" y="86787"/>
                </a:lnTo>
                <a:lnTo>
                  <a:pt x="79563" y="148592"/>
                </a:lnTo>
                <a:lnTo>
                  <a:pt x="49689" y="148852"/>
                </a:lnTo>
                <a:lnTo>
                  <a:pt x="98106" y="148852"/>
                </a:lnTo>
                <a:lnTo>
                  <a:pt x="98106" y="100952"/>
                </a:lnTo>
                <a:lnTo>
                  <a:pt x="96358" y="83928"/>
                </a:lnTo>
                <a:lnTo>
                  <a:pt x="91286" y="70263"/>
                </a:lnTo>
                <a:lnTo>
                  <a:pt x="88823" y="67157"/>
                </a:lnTo>
                <a:close/>
              </a:path>
              <a:path w="323744" h="208854">
                <a:moveTo>
                  <a:pt x="182293" y="63154"/>
                </a:moveTo>
                <a:lnTo>
                  <a:pt x="144106" y="79823"/>
                </a:lnTo>
                <a:lnTo>
                  <a:pt x="133651" y="105218"/>
                </a:lnTo>
                <a:lnTo>
                  <a:pt x="134225" y="121281"/>
                </a:lnTo>
                <a:lnTo>
                  <a:pt x="134288" y="122038"/>
                </a:lnTo>
                <a:lnTo>
                  <a:pt x="136834" y="134467"/>
                </a:lnTo>
                <a:lnTo>
                  <a:pt x="141351" y="144216"/>
                </a:lnTo>
                <a:lnTo>
                  <a:pt x="131583" y="148852"/>
                </a:lnTo>
                <a:lnTo>
                  <a:pt x="278596" y="148852"/>
                </a:lnTo>
                <a:lnTo>
                  <a:pt x="278596" y="148592"/>
                </a:lnTo>
                <a:lnTo>
                  <a:pt x="179502" y="148592"/>
                </a:lnTo>
                <a:lnTo>
                  <a:pt x="166253" y="145244"/>
                </a:lnTo>
                <a:lnTo>
                  <a:pt x="157120" y="135995"/>
                </a:lnTo>
                <a:lnTo>
                  <a:pt x="152473" y="122038"/>
                </a:lnTo>
                <a:lnTo>
                  <a:pt x="153900" y="102874"/>
                </a:lnTo>
                <a:lnTo>
                  <a:pt x="158828" y="89373"/>
                </a:lnTo>
                <a:lnTo>
                  <a:pt x="167083" y="81217"/>
                </a:lnTo>
                <a:lnTo>
                  <a:pt x="178493" y="78087"/>
                </a:lnTo>
                <a:lnTo>
                  <a:pt x="212161" y="78087"/>
                </a:lnTo>
                <a:lnTo>
                  <a:pt x="205007" y="70712"/>
                </a:lnTo>
                <a:lnTo>
                  <a:pt x="194543" y="65326"/>
                </a:lnTo>
                <a:lnTo>
                  <a:pt x="182293" y="63154"/>
                </a:lnTo>
                <a:close/>
              </a:path>
              <a:path w="323744" h="208854">
                <a:moveTo>
                  <a:pt x="323744" y="0"/>
                </a:moveTo>
                <a:lnTo>
                  <a:pt x="305721" y="0"/>
                </a:lnTo>
                <a:lnTo>
                  <a:pt x="305721" y="125162"/>
                </a:lnTo>
                <a:lnTo>
                  <a:pt x="304433" y="133399"/>
                </a:lnTo>
                <a:lnTo>
                  <a:pt x="301853" y="138035"/>
                </a:lnTo>
                <a:lnTo>
                  <a:pt x="298250" y="145249"/>
                </a:lnTo>
                <a:lnTo>
                  <a:pt x="291034" y="148852"/>
                </a:lnTo>
                <a:lnTo>
                  <a:pt x="318166" y="148852"/>
                </a:lnTo>
                <a:lnTo>
                  <a:pt x="318978" y="147721"/>
                </a:lnTo>
                <a:lnTo>
                  <a:pt x="322912" y="133399"/>
                </a:lnTo>
                <a:lnTo>
                  <a:pt x="323014" y="131339"/>
                </a:lnTo>
                <a:lnTo>
                  <a:pt x="323744" y="0"/>
                </a:lnTo>
                <a:close/>
              </a:path>
              <a:path w="323744" h="208854">
                <a:moveTo>
                  <a:pt x="212161" y="78087"/>
                </a:moveTo>
                <a:lnTo>
                  <a:pt x="178493" y="78087"/>
                </a:lnTo>
                <a:lnTo>
                  <a:pt x="192361" y="80938"/>
                </a:lnTo>
                <a:lnTo>
                  <a:pt x="201626" y="89438"/>
                </a:lnTo>
                <a:lnTo>
                  <a:pt x="206085" y="102874"/>
                </a:lnTo>
                <a:lnTo>
                  <a:pt x="206132" y="105218"/>
                </a:lnTo>
                <a:lnTo>
                  <a:pt x="205007" y="123637"/>
                </a:lnTo>
                <a:lnTo>
                  <a:pt x="200512" y="137436"/>
                </a:lnTo>
                <a:lnTo>
                  <a:pt x="192783" y="145487"/>
                </a:lnTo>
                <a:lnTo>
                  <a:pt x="181847" y="148522"/>
                </a:lnTo>
                <a:lnTo>
                  <a:pt x="179502" y="148592"/>
                </a:lnTo>
                <a:lnTo>
                  <a:pt x="213237" y="148592"/>
                </a:lnTo>
                <a:lnTo>
                  <a:pt x="220001" y="138302"/>
                </a:lnTo>
                <a:lnTo>
                  <a:pt x="224057" y="126240"/>
                </a:lnTo>
                <a:lnTo>
                  <a:pt x="223210" y="107074"/>
                </a:lnTo>
                <a:lnTo>
                  <a:pt x="219659" y="91797"/>
                </a:lnTo>
                <a:lnTo>
                  <a:pt x="219561" y="91439"/>
                </a:lnTo>
                <a:lnTo>
                  <a:pt x="213438" y="79403"/>
                </a:lnTo>
                <a:lnTo>
                  <a:pt x="212161" y="78087"/>
                </a:lnTo>
                <a:close/>
              </a:path>
              <a:path w="323744" h="208854">
                <a:moveTo>
                  <a:pt x="193071" y="24754"/>
                </a:moveTo>
                <a:lnTo>
                  <a:pt x="192896" y="43263"/>
                </a:lnTo>
                <a:lnTo>
                  <a:pt x="204700" y="47742"/>
                </a:lnTo>
                <a:lnTo>
                  <a:pt x="215776" y="54104"/>
                </a:lnTo>
                <a:lnTo>
                  <a:pt x="242213" y="83249"/>
                </a:lnTo>
                <a:lnTo>
                  <a:pt x="253239" y="123637"/>
                </a:lnTo>
                <a:lnTo>
                  <a:pt x="253297" y="135995"/>
                </a:lnTo>
                <a:lnTo>
                  <a:pt x="252642" y="141905"/>
                </a:lnTo>
                <a:lnTo>
                  <a:pt x="251094" y="148592"/>
                </a:lnTo>
                <a:lnTo>
                  <a:pt x="270153" y="148592"/>
                </a:lnTo>
                <a:lnTo>
                  <a:pt x="270664" y="142930"/>
                </a:lnTo>
                <a:lnTo>
                  <a:pt x="270874" y="138302"/>
                </a:lnTo>
                <a:lnTo>
                  <a:pt x="270921" y="131339"/>
                </a:lnTo>
                <a:lnTo>
                  <a:pt x="270271" y="117369"/>
                </a:lnTo>
                <a:lnTo>
                  <a:pt x="260586" y="80236"/>
                </a:lnTo>
                <a:lnTo>
                  <a:pt x="236250" y="48238"/>
                </a:lnTo>
                <a:lnTo>
                  <a:pt x="203514" y="27707"/>
                </a:lnTo>
                <a:lnTo>
                  <a:pt x="193071" y="24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80631" y="381612"/>
            <a:ext cx="0" cy="166625"/>
          </a:xfrm>
          <a:custGeom>
            <a:avLst/>
            <a:gdLst/>
            <a:ahLst/>
            <a:cxnLst/>
            <a:rect l="l" t="t" r="r" b="b"/>
            <a:pathLst>
              <a:path h="166625">
                <a:moveTo>
                  <a:pt x="0" y="0"/>
                </a:moveTo>
                <a:lnTo>
                  <a:pt x="0" y="166625"/>
                </a:lnTo>
              </a:path>
            </a:pathLst>
          </a:custGeom>
          <a:ln w="1929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1138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77524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43862" y="364760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7999" y="0"/>
                </a:moveTo>
                <a:lnTo>
                  <a:pt x="5189" y="0"/>
                </a:lnTo>
                <a:lnTo>
                  <a:pt x="0" y="5194"/>
                </a:lnTo>
                <a:lnTo>
                  <a:pt x="0" y="18004"/>
                </a:lnTo>
                <a:lnTo>
                  <a:pt x="5189" y="23196"/>
                </a:lnTo>
                <a:lnTo>
                  <a:pt x="17999" y="23196"/>
                </a:lnTo>
                <a:lnTo>
                  <a:pt x="23194" y="18004"/>
                </a:lnTo>
                <a:lnTo>
                  <a:pt x="23194" y="5194"/>
                </a:lnTo>
                <a:lnTo>
                  <a:pt x="17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80238" y="364760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7" y="0"/>
                </a:moveTo>
                <a:lnTo>
                  <a:pt x="5198" y="0"/>
                </a:lnTo>
                <a:lnTo>
                  <a:pt x="0" y="5194"/>
                </a:lnTo>
                <a:lnTo>
                  <a:pt x="0" y="18004"/>
                </a:lnTo>
                <a:lnTo>
                  <a:pt x="5198" y="23196"/>
                </a:lnTo>
                <a:lnTo>
                  <a:pt x="18007" y="23196"/>
                </a:lnTo>
                <a:lnTo>
                  <a:pt x="23200" y="18004"/>
                </a:lnTo>
                <a:lnTo>
                  <a:pt x="23200" y="5194"/>
                </a:lnTo>
                <a:lnTo>
                  <a:pt x="18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79115" y="390889"/>
            <a:ext cx="23196" cy="23194"/>
          </a:xfrm>
          <a:custGeom>
            <a:avLst/>
            <a:gdLst/>
            <a:ahLst/>
            <a:cxnLst/>
            <a:rect l="l" t="t" r="r" b="b"/>
            <a:pathLst>
              <a:path w="23196" h="23194">
                <a:moveTo>
                  <a:pt x="18004" y="0"/>
                </a:moveTo>
                <a:lnTo>
                  <a:pt x="5194" y="0"/>
                </a:lnTo>
                <a:lnTo>
                  <a:pt x="0" y="5187"/>
                </a:lnTo>
                <a:lnTo>
                  <a:pt x="0" y="18000"/>
                </a:lnTo>
                <a:lnTo>
                  <a:pt x="5194" y="23194"/>
                </a:lnTo>
                <a:lnTo>
                  <a:pt x="18004" y="23194"/>
                </a:lnTo>
                <a:lnTo>
                  <a:pt x="23196" y="18000"/>
                </a:lnTo>
                <a:lnTo>
                  <a:pt x="23196" y="5187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15501" y="390889"/>
            <a:ext cx="23197" cy="23194"/>
          </a:xfrm>
          <a:custGeom>
            <a:avLst/>
            <a:gdLst/>
            <a:ahLst/>
            <a:cxnLst/>
            <a:rect l="l" t="t" r="r" b="b"/>
            <a:pathLst>
              <a:path w="23197" h="23194">
                <a:moveTo>
                  <a:pt x="18006" y="0"/>
                </a:moveTo>
                <a:lnTo>
                  <a:pt x="5193" y="0"/>
                </a:lnTo>
                <a:lnTo>
                  <a:pt x="0" y="5187"/>
                </a:lnTo>
                <a:lnTo>
                  <a:pt x="0" y="18000"/>
                </a:lnTo>
                <a:lnTo>
                  <a:pt x="5193" y="23194"/>
                </a:lnTo>
                <a:lnTo>
                  <a:pt x="18006" y="23194"/>
                </a:lnTo>
                <a:lnTo>
                  <a:pt x="23197" y="18000"/>
                </a:lnTo>
                <a:lnTo>
                  <a:pt x="23197" y="5187"/>
                </a:lnTo>
                <a:lnTo>
                  <a:pt x="18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68314" y="564443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8002" y="0"/>
                </a:moveTo>
                <a:lnTo>
                  <a:pt x="5191" y="0"/>
                </a:lnTo>
                <a:lnTo>
                  <a:pt x="0" y="5195"/>
                </a:lnTo>
                <a:lnTo>
                  <a:pt x="0" y="18002"/>
                </a:lnTo>
                <a:lnTo>
                  <a:pt x="5191" y="23196"/>
                </a:lnTo>
                <a:lnTo>
                  <a:pt x="18002" y="23196"/>
                </a:lnTo>
                <a:lnTo>
                  <a:pt x="23194" y="18002"/>
                </a:lnTo>
                <a:lnTo>
                  <a:pt x="23194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04696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2" y="0"/>
                </a:moveTo>
                <a:lnTo>
                  <a:pt x="5195" y="0"/>
                </a:lnTo>
                <a:lnTo>
                  <a:pt x="0" y="5195"/>
                </a:lnTo>
                <a:lnTo>
                  <a:pt x="0" y="18002"/>
                </a:lnTo>
                <a:lnTo>
                  <a:pt x="5195" y="23196"/>
                </a:lnTo>
                <a:lnTo>
                  <a:pt x="18002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61482" y="564443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8" y="0"/>
                </a:moveTo>
                <a:lnTo>
                  <a:pt x="5198" y="0"/>
                </a:lnTo>
                <a:lnTo>
                  <a:pt x="0" y="5195"/>
                </a:lnTo>
                <a:lnTo>
                  <a:pt x="0" y="18002"/>
                </a:lnTo>
                <a:lnTo>
                  <a:pt x="5198" y="23196"/>
                </a:lnTo>
                <a:lnTo>
                  <a:pt x="18008" y="23196"/>
                </a:lnTo>
                <a:lnTo>
                  <a:pt x="23200" y="18002"/>
                </a:lnTo>
                <a:lnTo>
                  <a:pt x="23200" y="5195"/>
                </a:lnTo>
                <a:lnTo>
                  <a:pt x="18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97868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4" y="0"/>
                </a:moveTo>
                <a:lnTo>
                  <a:pt x="5194" y="0"/>
                </a:lnTo>
                <a:lnTo>
                  <a:pt x="0" y="5195"/>
                </a:lnTo>
                <a:lnTo>
                  <a:pt x="0" y="18002"/>
                </a:lnTo>
                <a:lnTo>
                  <a:pt x="5194" y="23196"/>
                </a:lnTo>
                <a:lnTo>
                  <a:pt x="18004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4558" y="729190"/>
            <a:ext cx="147326" cy="204603"/>
          </a:xfrm>
          <a:custGeom>
            <a:avLst/>
            <a:gdLst/>
            <a:ahLst/>
            <a:cxnLst/>
            <a:rect l="l" t="t" r="r" b="b"/>
            <a:pathLst>
              <a:path w="147326" h="204603">
                <a:moveTo>
                  <a:pt x="20818" y="0"/>
                </a:moveTo>
                <a:lnTo>
                  <a:pt x="0" y="0"/>
                </a:lnTo>
                <a:lnTo>
                  <a:pt x="39" y="144229"/>
                </a:lnTo>
                <a:lnTo>
                  <a:pt x="15522" y="182358"/>
                </a:lnTo>
                <a:lnTo>
                  <a:pt x="51944" y="202281"/>
                </a:lnTo>
                <a:lnTo>
                  <a:pt x="66099" y="204603"/>
                </a:lnTo>
                <a:lnTo>
                  <a:pt x="85513" y="203310"/>
                </a:lnTo>
                <a:lnTo>
                  <a:pt x="102190" y="199446"/>
                </a:lnTo>
                <a:lnTo>
                  <a:pt x="116174" y="193404"/>
                </a:lnTo>
                <a:lnTo>
                  <a:pt x="127511" y="185574"/>
                </a:lnTo>
                <a:lnTo>
                  <a:pt x="128686" y="184335"/>
                </a:lnTo>
                <a:lnTo>
                  <a:pt x="77232" y="184335"/>
                </a:lnTo>
                <a:lnTo>
                  <a:pt x="58234" y="182463"/>
                </a:lnTo>
                <a:lnTo>
                  <a:pt x="24750" y="159895"/>
                </a:lnTo>
                <a:lnTo>
                  <a:pt x="20818" y="144229"/>
                </a:lnTo>
                <a:lnTo>
                  <a:pt x="20818" y="0"/>
                </a:lnTo>
                <a:close/>
              </a:path>
              <a:path w="147326" h="204603">
                <a:moveTo>
                  <a:pt x="147326" y="0"/>
                </a:moveTo>
                <a:lnTo>
                  <a:pt x="126508" y="0"/>
                </a:lnTo>
                <a:lnTo>
                  <a:pt x="126446" y="144229"/>
                </a:lnTo>
                <a:lnTo>
                  <a:pt x="123734" y="157661"/>
                </a:lnTo>
                <a:lnTo>
                  <a:pt x="116216" y="168659"/>
                </a:lnTo>
                <a:lnTo>
                  <a:pt x="105157" y="176828"/>
                </a:lnTo>
                <a:lnTo>
                  <a:pt x="91761" y="182083"/>
                </a:lnTo>
                <a:lnTo>
                  <a:pt x="77232" y="184335"/>
                </a:lnTo>
                <a:lnTo>
                  <a:pt x="128686" y="184335"/>
                </a:lnTo>
                <a:lnTo>
                  <a:pt x="136250" y="176350"/>
                </a:lnTo>
                <a:lnTo>
                  <a:pt x="142434" y="166123"/>
                </a:lnTo>
                <a:lnTo>
                  <a:pt x="146111" y="155285"/>
                </a:lnTo>
                <a:lnTo>
                  <a:pt x="147326" y="144229"/>
                </a:lnTo>
                <a:lnTo>
                  <a:pt x="1473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80116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2" y="0"/>
                </a:moveTo>
                <a:lnTo>
                  <a:pt x="81587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80" y="197024"/>
                </a:lnTo>
                <a:lnTo>
                  <a:pt x="29679" y="186812"/>
                </a:lnTo>
                <a:lnTo>
                  <a:pt x="34442" y="175163"/>
                </a:lnTo>
                <a:lnTo>
                  <a:pt x="39888" y="162029"/>
                </a:lnTo>
                <a:lnTo>
                  <a:pt x="47857" y="143054"/>
                </a:lnTo>
                <a:lnTo>
                  <a:pt x="153854" y="143054"/>
                </a:lnTo>
                <a:lnTo>
                  <a:pt x="146450" y="124372"/>
                </a:lnTo>
                <a:lnTo>
                  <a:pt x="55567" y="124372"/>
                </a:lnTo>
                <a:lnTo>
                  <a:pt x="89730" y="28468"/>
                </a:lnTo>
                <a:lnTo>
                  <a:pt x="108444" y="28468"/>
                </a:lnTo>
                <a:lnTo>
                  <a:pt x="97162" y="0"/>
                </a:lnTo>
                <a:close/>
              </a:path>
              <a:path w="178739" h="205849">
                <a:moveTo>
                  <a:pt x="153854" y="143054"/>
                </a:moveTo>
                <a:lnTo>
                  <a:pt x="131237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4" y="143054"/>
                </a:lnTo>
                <a:close/>
              </a:path>
              <a:path w="178739" h="205849">
                <a:moveTo>
                  <a:pt x="108444" y="28468"/>
                </a:moveTo>
                <a:lnTo>
                  <a:pt x="89730" y="28468"/>
                </a:lnTo>
                <a:lnTo>
                  <a:pt x="123126" y="124372"/>
                </a:lnTo>
                <a:lnTo>
                  <a:pt x="146450" y="124372"/>
                </a:lnTo>
                <a:lnTo>
                  <a:pt x="108444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85874" y="925830"/>
            <a:ext cx="119887" cy="0"/>
          </a:xfrm>
          <a:custGeom>
            <a:avLst/>
            <a:gdLst/>
            <a:ahLst/>
            <a:cxnLst/>
            <a:rect l="l" t="t" r="r" b="b"/>
            <a:pathLst>
              <a:path w="119887">
                <a:moveTo>
                  <a:pt x="0" y="0"/>
                </a:moveTo>
                <a:lnTo>
                  <a:pt x="119887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96283" y="753109"/>
            <a:ext cx="0" cy="162560"/>
          </a:xfrm>
          <a:custGeom>
            <a:avLst/>
            <a:gdLst/>
            <a:ahLst/>
            <a:cxnLst/>
            <a:rect l="l" t="t" r="r" b="b"/>
            <a:pathLst>
              <a:path h="162560">
                <a:moveTo>
                  <a:pt x="0" y="0"/>
                </a:moveTo>
                <a:lnTo>
                  <a:pt x="0" y="162560"/>
                </a:lnTo>
              </a:path>
            </a:pathLst>
          </a:custGeom>
          <a:ln w="2208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85874" y="834389"/>
            <a:ext cx="117449" cy="0"/>
          </a:xfrm>
          <a:custGeom>
            <a:avLst/>
            <a:gdLst/>
            <a:ahLst/>
            <a:cxnLst/>
            <a:rect l="l" t="t" r="r" b="b"/>
            <a:pathLst>
              <a:path w="117449">
                <a:moveTo>
                  <a:pt x="0" y="0"/>
                </a:moveTo>
                <a:lnTo>
                  <a:pt x="117449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85874" y="742950"/>
            <a:ext cx="119585" cy="0"/>
          </a:xfrm>
          <a:custGeom>
            <a:avLst/>
            <a:gdLst/>
            <a:ahLst/>
            <a:cxnLst/>
            <a:rect l="l" t="t" r="r" b="b"/>
            <a:pathLst>
              <a:path w="119585">
                <a:moveTo>
                  <a:pt x="0" y="0"/>
                </a:moveTo>
                <a:lnTo>
                  <a:pt x="119585" y="0"/>
                </a:lnTo>
              </a:path>
            </a:pathLst>
          </a:custGeom>
          <a:ln w="2158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23321" y="732720"/>
            <a:ext cx="136893" cy="203104"/>
          </a:xfrm>
          <a:custGeom>
            <a:avLst/>
            <a:gdLst/>
            <a:ahLst/>
            <a:cxnLst/>
            <a:rect l="l" t="t" r="r" b="b"/>
            <a:pathLst>
              <a:path w="136893" h="203104">
                <a:moveTo>
                  <a:pt x="72899" y="0"/>
                </a:moveTo>
                <a:lnTo>
                  <a:pt x="0" y="0"/>
                </a:lnTo>
                <a:lnTo>
                  <a:pt x="0" y="203104"/>
                </a:lnTo>
                <a:lnTo>
                  <a:pt x="20815" y="203104"/>
                </a:lnTo>
                <a:lnTo>
                  <a:pt x="20815" y="132083"/>
                </a:lnTo>
                <a:lnTo>
                  <a:pt x="72899" y="132083"/>
                </a:lnTo>
                <a:lnTo>
                  <a:pt x="89783" y="130223"/>
                </a:lnTo>
                <a:lnTo>
                  <a:pt x="103984" y="125028"/>
                </a:lnTo>
                <a:lnTo>
                  <a:pt x="115562" y="117077"/>
                </a:lnTo>
                <a:lnTo>
                  <a:pt x="120194" y="111875"/>
                </a:lnTo>
                <a:lnTo>
                  <a:pt x="20815" y="111875"/>
                </a:lnTo>
                <a:lnTo>
                  <a:pt x="20815" y="20815"/>
                </a:lnTo>
                <a:lnTo>
                  <a:pt x="120522" y="20815"/>
                </a:lnTo>
                <a:lnTo>
                  <a:pt x="118933" y="18653"/>
                </a:lnTo>
                <a:lnTo>
                  <a:pt x="108562" y="9857"/>
                </a:lnTo>
                <a:lnTo>
                  <a:pt x="95727" y="3590"/>
                </a:lnTo>
                <a:lnTo>
                  <a:pt x="80371" y="344"/>
                </a:lnTo>
                <a:lnTo>
                  <a:pt x="72899" y="0"/>
                </a:lnTo>
                <a:close/>
              </a:path>
              <a:path w="136893" h="203104">
                <a:moveTo>
                  <a:pt x="120522" y="20815"/>
                </a:moveTo>
                <a:lnTo>
                  <a:pt x="72899" y="20815"/>
                </a:lnTo>
                <a:lnTo>
                  <a:pt x="89069" y="23468"/>
                </a:lnTo>
                <a:lnTo>
                  <a:pt x="101409" y="30609"/>
                </a:lnTo>
                <a:lnTo>
                  <a:pt x="110050" y="41010"/>
                </a:lnTo>
                <a:lnTo>
                  <a:pt x="115120" y="53443"/>
                </a:lnTo>
                <a:lnTo>
                  <a:pt x="113940" y="73632"/>
                </a:lnTo>
                <a:lnTo>
                  <a:pt x="92462" y="107186"/>
                </a:lnTo>
                <a:lnTo>
                  <a:pt x="72899" y="111875"/>
                </a:lnTo>
                <a:lnTo>
                  <a:pt x="120194" y="111875"/>
                </a:lnTo>
                <a:lnTo>
                  <a:pt x="124579" y="106950"/>
                </a:lnTo>
                <a:lnTo>
                  <a:pt x="131099" y="95226"/>
                </a:lnTo>
                <a:lnTo>
                  <a:pt x="135183" y="82484"/>
                </a:lnTo>
                <a:lnTo>
                  <a:pt x="136893" y="69304"/>
                </a:lnTo>
                <a:lnTo>
                  <a:pt x="135818" y="55303"/>
                </a:lnTo>
                <a:lnTo>
                  <a:pt x="132504" y="41867"/>
                </a:lnTo>
                <a:lnTo>
                  <a:pt x="126894" y="29486"/>
                </a:lnTo>
                <a:lnTo>
                  <a:pt x="120522" y="20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61997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0" y="0"/>
                </a:moveTo>
                <a:lnTo>
                  <a:pt x="81583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79" y="197024"/>
                </a:lnTo>
                <a:lnTo>
                  <a:pt x="29678" y="186811"/>
                </a:lnTo>
                <a:lnTo>
                  <a:pt x="34440" y="175162"/>
                </a:lnTo>
                <a:lnTo>
                  <a:pt x="39886" y="162027"/>
                </a:lnTo>
                <a:lnTo>
                  <a:pt x="46036" y="147358"/>
                </a:lnTo>
                <a:lnTo>
                  <a:pt x="47861" y="143054"/>
                </a:lnTo>
                <a:lnTo>
                  <a:pt x="153853" y="143054"/>
                </a:lnTo>
                <a:lnTo>
                  <a:pt x="146449" y="124372"/>
                </a:lnTo>
                <a:lnTo>
                  <a:pt x="55563" y="124372"/>
                </a:lnTo>
                <a:lnTo>
                  <a:pt x="89728" y="28468"/>
                </a:lnTo>
                <a:lnTo>
                  <a:pt x="108442" y="28468"/>
                </a:lnTo>
                <a:lnTo>
                  <a:pt x="97160" y="0"/>
                </a:lnTo>
                <a:close/>
              </a:path>
              <a:path w="178739" h="205849">
                <a:moveTo>
                  <a:pt x="153853" y="143054"/>
                </a:moveTo>
                <a:lnTo>
                  <a:pt x="131235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3" y="143054"/>
                </a:lnTo>
                <a:close/>
              </a:path>
              <a:path w="178739" h="205849">
                <a:moveTo>
                  <a:pt x="108442" y="28468"/>
                </a:moveTo>
                <a:lnTo>
                  <a:pt x="89728" y="28468"/>
                </a:lnTo>
                <a:lnTo>
                  <a:pt x="123122" y="124372"/>
                </a:lnTo>
                <a:lnTo>
                  <a:pt x="146449" y="124372"/>
                </a:lnTo>
                <a:lnTo>
                  <a:pt x="108442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62543" y="729199"/>
            <a:ext cx="145829" cy="206947"/>
          </a:xfrm>
          <a:custGeom>
            <a:avLst/>
            <a:gdLst/>
            <a:ahLst/>
            <a:cxnLst/>
            <a:rect l="l" t="t" r="r" b="b"/>
            <a:pathLst>
              <a:path w="145829" h="206947">
                <a:moveTo>
                  <a:pt x="20928" y="153304"/>
                </a:moveTo>
                <a:lnTo>
                  <a:pt x="0" y="153715"/>
                </a:lnTo>
                <a:lnTo>
                  <a:pt x="104" y="154529"/>
                </a:lnTo>
                <a:lnTo>
                  <a:pt x="2575" y="165157"/>
                </a:lnTo>
                <a:lnTo>
                  <a:pt x="39086" y="200929"/>
                </a:lnTo>
                <a:lnTo>
                  <a:pt x="71571" y="206947"/>
                </a:lnTo>
                <a:lnTo>
                  <a:pt x="86155" y="205774"/>
                </a:lnTo>
                <a:lnTo>
                  <a:pt x="100306" y="202323"/>
                </a:lnTo>
                <a:lnTo>
                  <a:pt x="113475" y="196699"/>
                </a:lnTo>
                <a:lnTo>
                  <a:pt x="125112" y="189004"/>
                </a:lnTo>
                <a:lnTo>
                  <a:pt x="127430" y="186659"/>
                </a:lnTo>
                <a:lnTo>
                  <a:pt x="75353" y="186659"/>
                </a:lnTo>
                <a:lnTo>
                  <a:pt x="60278" y="185328"/>
                </a:lnTo>
                <a:lnTo>
                  <a:pt x="46299" y="181295"/>
                </a:lnTo>
                <a:lnTo>
                  <a:pt x="34435" y="174643"/>
                </a:lnTo>
                <a:lnTo>
                  <a:pt x="25705" y="165458"/>
                </a:lnTo>
                <a:lnTo>
                  <a:pt x="21057" y="153896"/>
                </a:lnTo>
                <a:lnTo>
                  <a:pt x="20928" y="153304"/>
                </a:lnTo>
                <a:close/>
              </a:path>
              <a:path w="145829" h="206947">
                <a:moveTo>
                  <a:pt x="77130" y="0"/>
                </a:moveTo>
                <a:lnTo>
                  <a:pt x="35531" y="8175"/>
                </a:lnTo>
                <a:lnTo>
                  <a:pt x="2968" y="45727"/>
                </a:lnTo>
                <a:lnTo>
                  <a:pt x="1341" y="57157"/>
                </a:lnTo>
                <a:lnTo>
                  <a:pt x="1541" y="62941"/>
                </a:lnTo>
                <a:lnTo>
                  <a:pt x="21095" y="99108"/>
                </a:lnTo>
                <a:lnTo>
                  <a:pt x="60198" y="111923"/>
                </a:lnTo>
                <a:lnTo>
                  <a:pt x="77694" y="113902"/>
                </a:lnTo>
                <a:lnTo>
                  <a:pt x="93196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3"/>
                </a:lnTo>
                <a:lnTo>
                  <a:pt x="114720" y="170841"/>
                </a:lnTo>
                <a:lnTo>
                  <a:pt x="103616" y="179008"/>
                </a:lnTo>
                <a:lnTo>
                  <a:pt x="90103" y="184349"/>
                </a:lnTo>
                <a:lnTo>
                  <a:pt x="75353" y="186659"/>
                </a:lnTo>
                <a:lnTo>
                  <a:pt x="127430" y="186659"/>
                </a:lnTo>
                <a:lnTo>
                  <a:pt x="134666" y="179341"/>
                </a:lnTo>
                <a:lnTo>
                  <a:pt x="141587" y="167815"/>
                </a:lnTo>
                <a:lnTo>
                  <a:pt x="145325" y="154529"/>
                </a:lnTo>
                <a:lnTo>
                  <a:pt x="145829" y="143417"/>
                </a:lnTo>
                <a:lnTo>
                  <a:pt x="145309" y="138675"/>
                </a:lnTo>
                <a:lnTo>
                  <a:pt x="120495" y="104839"/>
                </a:lnTo>
                <a:lnTo>
                  <a:pt x="80155" y="93498"/>
                </a:lnTo>
                <a:lnTo>
                  <a:pt x="61079" y="91283"/>
                </a:lnTo>
                <a:lnTo>
                  <a:pt x="46883" y="88331"/>
                </a:lnTo>
                <a:lnTo>
                  <a:pt x="34393" y="82757"/>
                </a:lnTo>
                <a:lnTo>
                  <a:pt x="25472" y="73345"/>
                </a:lnTo>
                <a:lnTo>
                  <a:pt x="23284" y="55802"/>
                </a:lnTo>
                <a:lnTo>
                  <a:pt x="24655" y="44730"/>
                </a:lnTo>
                <a:lnTo>
                  <a:pt x="56479" y="21658"/>
                </a:lnTo>
                <a:lnTo>
                  <a:pt x="72075" y="19775"/>
                </a:lnTo>
                <a:lnTo>
                  <a:pt x="124910" y="19775"/>
                </a:lnTo>
                <a:lnTo>
                  <a:pt x="114721" y="11456"/>
                </a:lnTo>
                <a:lnTo>
                  <a:pt x="102678" y="5384"/>
                </a:lnTo>
                <a:lnTo>
                  <a:pt x="89902" y="1641"/>
                </a:lnTo>
                <a:lnTo>
                  <a:pt x="77130" y="0"/>
                </a:lnTo>
                <a:close/>
              </a:path>
              <a:path w="145829" h="206947">
                <a:moveTo>
                  <a:pt x="124910" y="19775"/>
                </a:moveTo>
                <a:lnTo>
                  <a:pt x="72075" y="19775"/>
                </a:lnTo>
                <a:lnTo>
                  <a:pt x="84816" y="21039"/>
                </a:lnTo>
                <a:lnTo>
                  <a:pt x="97673" y="25134"/>
                </a:lnTo>
                <a:lnTo>
                  <a:pt x="109022" y="32515"/>
                </a:lnTo>
                <a:lnTo>
                  <a:pt x="117241" y="43636"/>
                </a:lnTo>
                <a:lnTo>
                  <a:pt x="139051" y="45927"/>
                </a:lnTo>
                <a:lnTo>
                  <a:pt x="133647" y="31500"/>
                </a:lnTo>
                <a:lnTo>
                  <a:pt x="125290" y="20086"/>
                </a:lnTo>
                <a:lnTo>
                  <a:pt x="124910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43602" y="729199"/>
            <a:ext cx="145826" cy="206945"/>
          </a:xfrm>
          <a:custGeom>
            <a:avLst/>
            <a:gdLst/>
            <a:ahLst/>
            <a:cxnLst/>
            <a:rect l="l" t="t" r="r" b="b"/>
            <a:pathLst>
              <a:path w="145826" h="206945">
                <a:moveTo>
                  <a:pt x="20925" y="153304"/>
                </a:moveTo>
                <a:lnTo>
                  <a:pt x="0" y="153717"/>
                </a:lnTo>
                <a:lnTo>
                  <a:pt x="100" y="154526"/>
                </a:lnTo>
                <a:lnTo>
                  <a:pt x="2572" y="165157"/>
                </a:lnTo>
                <a:lnTo>
                  <a:pt x="39084" y="200926"/>
                </a:lnTo>
                <a:lnTo>
                  <a:pt x="71570" y="206945"/>
                </a:lnTo>
                <a:lnTo>
                  <a:pt x="86153" y="205772"/>
                </a:lnTo>
                <a:lnTo>
                  <a:pt x="100305" y="202321"/>
                </a:lnTo>
                <a:lnTo>
                  <a:pt x="113474" y="196696"/>
                </a:lnTo>
                <a:lnTo>
                  <a:pt x="125110" y="189001"/>
                </a:lnTo>
                <a:lnTo>
                  <a:pt x="127426" y="186659"/>
                </a:lnTo>
                <a:lnTo>
                  <a:pt x="75353" y="186659"/>
                </a:lnTo>
                <a:lnTo>
                  <a:pt x="60277" y="185328"/>
                </a:lnTo>
                <a:lnTo>
                  <a:pt x="46298" y="181295"/>
                </a:lnTo>
                <a:lnTo>
                  <a:pt x="34434" y="174644"/>
                </a:lnTo>
                <a:lnTo>
                  <a:pt x="25703" y="165460"/>
                </a:lnTo>
                <a:lnTo>
                  <a:pt x="21054" y="153896"/>
                </a:lnTo>
                <a:lnTo>
                  <a:pt x="20925" y="153304"/>
                </a:lnTo>
                <a:close/>
              </a:path>
              <a:path w="145826" h="206945">
                <a:moveTo>
                  <a:pt x="77130" y="0"/>
                </a:moveTo>
                <a:lnTo>
                  <a:pt x="35529" y="8174"/>
                </a:lnTo>
                <a:lnTo>
                  <a:pt x="2967" y="45727"/>
                </a:lnTo>
                <a:lnTo>
                  <a:pt x="1339" y="57157"/>
                </a:lnTo>
                <a:lnTo>
                  <a:pt x="1539" y="62941"/>
                </a:lnTo>
                <a:lnTo>
                  <a:pt x="21092" y="99108"/>
                </a:lnTo>
                <a:lnTo>
                  <a:pt x="60194" y="111923"/>
                </a:lnTo>
                <a:lnTo>
                  <a:pt x="77691" y="113902"/>
                </a:lnTo>
                <a:lnTo>
                  <a:pt x="93193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1"/>
                </a:lnTo>
                <a:lnTo>
                  <a:pt x="114721" y="170839"/>
                </a:lnTo>
                <a:lnTo>
                  <a:pt x="103617" y="179006"/>
                </a:lnTo>
                <a:lnTo>
                  <a:pt x="90103" y="184348"/>
                </a:lnTo>
                <a:lnTo>
                  <a:pt x="75353" y="186659"/>
                </a:lnTo>
                <a:lnTo>
                  <a:pt x="127426" y="186659"/>
                </a:lnTo>
                <a:lnTo>
                  <a:pt x="134664" y="179339"/>
                </a:lnTo>
                <a:lnTo>
                  <a:pt x="141585" y="167813"/>
                </a:lnTo>
                <a:lnTo>
                  <a:pt x="145323" y="154526"/>
                </a:lnTo>
                <a:lnTo>
                  <a:pt x="145826" y="143445"/>
                </a:lnTo>
                <a:lnTo>
                  <a:pt x="145315" y="138738"/>
                </a:lnTo>
                <a:lnTo>
                  <a:pt x="120499" y="104873"/>
                </a:lnTo>
                <a:lnTo>
                  <a:pt x="80229" y="93507"/>
                </a:lnTo>
                <a:lnTo>
                  <a:pt x="64813" y="91786"/>
                </a:lnTo>
                <a:lnTo>
                  <a:pt x="50058" y="89050"/>
                </a:lnTo>
                <a:lnTo>
                  <a:pt x="37236" y="84298"/>
                </a:lnTo>
                <a:lnTo>
                  <a:pt x="27623" y="76527"/>
                </a:lnTo>
                <a:lnTo>
                  <a:pt x="22492" y="64734"/>
                </a:lnTo>
                <a:lnTo>
                  <a:pt x="22891" y="50217"/>
                </a:lnTo>
                <a:lnTo>
                  <a:pt x="59832" y="20873"/>
                </a:lnTo>
                <a:lnTo>
                  <a:pt x="72071" y="19775"/>
                </a:lnTo>
                <a:lnTo>
                  <a:pt x="124908" y="19775"/>
                </a:lnTo>
                <a:lnTo>
                  <a:pt x="114720" y="11457"/>
                </a:lnTo>
                <a:lnTo>
                  <a:pt x="102677" y="5385"/>
                </a:lnTo>
                <a:lnTo>
                  <a:pt x="89900" y="1641"/>
                </a:lnTo>
                <a:lnTo>
                  <a:pt x="77130" y="0"/>
                </a:lnTo>
                <a:close/>
              </a:path>
              <a:path w="145826" h="206945">
                <a:moveTo>
                  <a:pt x="124908" y="19775"/>
                </a:moveTo>
                <a:lnTo>
                  <a:pt x="72071" y="19775"/>
                </a:lnTo>
                <a:lnTo>
                  <a:pt x="84814" y="21039"/>
                </a:lnTo>
                <a:lnTo>
                  <a:pt x="97671" y="25134"/>
                </a:lnTo>
                <a:lnTo>
                  <a:pt x="109020" y="32514"/>
                </a:lnTo>
                <a:lnTo>
                  <a:pt x="117240" y="43633"/>
                </a:lnTo>
                <a:lnTo>
                  <a:pt x="139051" y="45927"/>
                </a:lnTo>
                <a:lnTo>
                  <a:pt x="133646" y="31500"/>
                </a:lnTo>
                <a:lnTo>
                  <a:pt x="125290" y="20086"/>
                </a:lnTo>
                <a:lnTo>
                  <a:pt x="124908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07146" y="357837"/>
            <a:ext cx="562007" cy="587436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148342" y="2883663"/>
            <a:ext cx="3043657" cy="723860"/>
          </a:xfrm>
          <a:custGeom>
            <a:avLst/>
            <a:gdLst/>
            <a:ahLst/>
            <a:cxnLst/>
            <a:rect l="l" t="t" r="r" b="b"/>
            <a:pathLst>
              <a:path w="3043657" h="723860">
                <a:moveTo>
                  <a:pt x="1672306" y="0"/>
                </a:moveTo>
                <a:lnTo>
                  <a:pt x="1591026" y="366"/>
                </a:lnTo>
                <a:lnTo>
                  <a:pt x="1510289" y="2832"/>
                </a:lnTo>
                <a:lnTo>
                  <a:pt x="1430091" y="7384"/>
                </a:lnTo>
                <a:lnTo>
                  <a:pt x="1350431" y="14015"/>
                </a:lnTo>
                <a:lnTo>
                  <a:pt x="1271304" y="22713"/>
                </a:lnTo>
                <a:lnTo>
                  <a:pt x="1192710" y="33468"/>
                </a:lnTo>
                <a:lnTo>
                  <a:pt x="1114644" y="46269"/>
                </a:lnTo>
                <a:lnTo>
                  <a:pt x="1037106" y="61107"/>
                </a:lnTo>
                <a:lnTo>
                  <a:pt x="960091" y="77970"/>
                </a:lnTo>
                <a:lnTo>
                  <a:pt x="883597" y="96850"/>
                </a:lnTo>
                <a:lnTo>
                  <a:pt x="807622" y="117735"/>
                </a:lnTo>
                <a:lnTo>
                  <a:pt x="732163" y="140615"/>
                </a:lnTo>
                <a:lnTo>
                  <a:pt x="657218" y="165479"/>
                </a:lnTo>
                <a:lnTo>
                  <a:pt x="582783" y="192319"/>
                </a:lnTo>
                <a:lnTo>
                  <a:pt x="508857" y="221122"/>
                </a:lnTo>
                <a:lnTo>
                  <a:pt x="435436" y="251879"/>
                </a:lnTo>
                <a:lnTo>
                  <a:pt x="362518" y="284580"/>
                </a:lnTo>
                <a:lnTo>
                  <a:pt x="290100" y="319214"/>
                </a:lnTo>
                <a:lnTo>
                  <a:pt x="218180" y="355771"/>
                </a:lnTo>
                <a:lnTo>
                  <a:pt x="146756" y="394241"/>
                </a:lnTo>
                <a:lnTo>
                  <a:pt x="102559" y="420180"/>
                </a:lnTo>
                <a:lnTo>
                  <a:pt x="62462" y="448697"/>
                </a:lnTo>
                <a:lnTo>
                  <a:pt x="29787" y="480824"/>
                </a:lnTo>
                <a:lnTo>
                  <a:pt x="7858" y="517597"/>
                </a:lnTo>
                <a:lnTo>
                  <a:pt x="0" y="560050"/>
                </a:lnTo>
                <a:lnTo>
                  <a:pt x="1081" y="575642"/>
                </a:lnTo>
                <a:lnTo>
                  <a:pt x="17151" y="627276"/>
                </a:lnTo>
                <a:lnTo>
                  <a:pt x="37426" y="662321"/>
                </a:lnTo>
                <a:lnTo>
                  <a:pt x="70804" y="698347"/>
                </a:lnTo>
                <a:lnTo>
                  <a:pt x="107652" y="718009"/>
                </a:lnTo>
                <a:lnTo>
                  <a:pt x="147252" y="723860"/>
                </a:lnTo>
                <a:lnTo>
                  <a:pt x="160940" y="723183"/>
                </a:lnTo>
                <a:lnTo>
                  <a:pt x="203097" y="714588"/>
                </a:lnTo>
                <a:lnTo>
                  <a:pt x="246337" y="698136"/>
                </a:lnTo>
                <a:lnTo>
                  <a:pt x="289943" y="676379"/>
                </a:lnTo>
                <a:lnTo>
                  <a:pt x="431260" y="604040"/>
                </a:lnTo>
                <a:lnTo>
                  <a:pt x="572585" y="539865"/>
                </a:lnTo>
                <a:lnTo>
                  <a:pt x="713918" y="483761"/>
                </a:lnTo>
                <a:lnTo>
                  <a:pt x="855257" y="435639"/>
                </a:lnTo>
                <a:lnTo>
                  <a:pt x="996601" y="395405"/>
                </a:lnTo>
                <a:lnTo>
                  <a:pt x="1137950" y="362970"/>
                </a:lnTo>
                <a:lnTo>
                  <a:pt x="1279303" y="338242"/>
                </a:lnTo>
                <a:lnTo>
                  <a:pt x="1420658" y="321129"/>
                </a:lnTo>
                <a:lnTo>
                  <a:pt x="1562015" y="311541"/>
                </a:lnTo>
                <a:lnTo>
                  <a:pt x="1703373" y="309386"/>
                </a:lnTo>
                <a:lnTo>
                  <a:pt x="3043657" y="309386"/>
                </a:lnTo>
                <a:lnTo>
                  <a:pt x="3043657" y="289957"/>
                </a:lnTo>
                <a:lnTo>
                  <a:pt x="2962100" y="255242"/>
                </a:lnTo>
                <a:lnTo>
                  <a:pt x="2885105" y="224661"/>
                </a:lnTo>
                <a:lnTo>
                  <a:pt x="2807647" y="195964"/>
                </a:lnTo>
                <a:lnTo>
                  <a:pt x="2729721" y="169164"/>
                </a:lnTo>
                <a:lnTo>
                  <a:pt x="2651325" y="144277"/>
                </a:lnTo>
                <a:lnTo>
                  <a:pt x="2572454" y="121317"/>
                </a:lnTo>
                <a:lnTo>
                  <a:pt x="2493103" y="100298"/>
                </a:lnTo>
                <a:lnTo>
                  <a:pt x="2413268" y="81234"/>
                </a:lnTo>
                <a:lnTo>
                  <a:pt x="2332946" y="64140"/>
                </a:lnTo>
                <a:lnTo>
                  <a:pt x="2252131" y="49029"/>
                </a:lnTo>
                <a:lnTo>
                  <a:pt x="2170821" y="35917"/>
                </a:lnTo>
                <a:lnTo>
                  <a:pt x="2089010" y="24817"/>
                </a:lnTo>
                <a:lnTo>
                  <a:pt x="2006695" y="15743"/>
                </a:lnTo>
                <a:lnTo>
                  <a:pt x="1923871" y="8710"/>
                </a:lnTo>
                <a:lnTo>
                  <a:pt x="1840534" y="3732"/>
                </a:lnTo>
                <a:lnTo>
                  <a:pt x="1756681" y="824"/>
                </a:lnTo>
                <a:lnTo>
                  <a:pt x="1672306" y="0"/>
                </a:lnTo>
                <a:close/>
              </a:path>
              <a:path w="3043657" h="723860">
                <a:moveTo>
                  <a:pt x="3043657" y="309386"/>
                </a:moveTo>
                <a:lnTo>
                  <a:pt x="1703373" y="309386"/>
                </a:lnTo>
                <a:lnTo>
                  <a:pt x="1844731" y="314573"/>
                </a:lnTo>
                <a:lnTo>
                  <a:pt x="1986088" y="327010"/>
                </a:lnTo>
                <a:lnTo>
                  <a:pt x="2127444" y="346607"/>
                </a:lnTo>
                <a:lnTo>
                  <a:pt x="2268796" y="373272"/>
                </a:lnTo>
                <a:lnTo>
                  <a:pt x="2410145" y="406914"/>
                </a:lnTo>
                <a:lnTo>
                  <a:pt x="2551490" y="447441"/>
                </a:lnTo>
                <a:lnTo>
                  <a:pt x="2692829" y="494762"/>
                </a:lnTo>
                <a:lnTo>
                  <a:pt x="2834161" y="548787"/>
                </a:lnTo>
                <a:lnTo>
                  <a:pt x="2975487" y="609424"/>
                </a:lnTo>
                <a:lnTo>
                  <a:pt x="3043657" y="641820"/>
                </a:lnTo>
                <a:lnTo>
                  <a:pt x="3043657" y="3093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885330" y="4977029"/>
            <a:ext cx="318059" cy="317160"/>
          </a:xfrm>
          <a:custGeom>
            <a:avLst/>
            <a:gdLst/>
            <a:ahLst/>
            <a:cxnLst/>
            <a:rect l="l" t="t" r="r" b="b"/>
            <a:pathLst>
              <a:path w="318059" h="317160">
                <a:moveTo>
                  <a:pt x="169508" y="0"/>
                </a:moveTo>
                <a:lnTo>
                  <a:pt x="123623" y="5350"/>
                </a:lnTo>
                <a:lnTo>
                  <a:pt x="83232" y="20772"/>
                </a:lnTo>
                <a:lnTo>
                  <a:pt x="49405" y="44909"/>
                </a:lnTo>
                <a:lnTo>
                  <a:pt x="23610" y="76004"/>
                </a:lnTo>
                <a:lnTo>
                  <a:pt x="6718" y="112906"/>
                </a:lnTo>
                <a:lnTo>
                  <a:pt x="0" y="154058"/>
                </a:lnTo>
                <a:lnTo>
                  <a:pt x="642" y="169271"/>
                </a:lnTo>
                <a:lnTo>
                  <a:pt x="9954" y="212047"/>
                </a:lnTo>
                <a:lnTo>
                  <a:pt x="29152" y="249437"/>
                </a:lnTo>
                <a:lnTo>
                  <a:pt x="56701" y="280038"/>
                </a:lnTo>
                <a:lnTo>
                  <a:pt x="91066" y="302447"/>
                </a:lnTo>
                <a:lnTo>
                  <a:pt x="130712" y="315262"/>
                </a:lnTo>
                <a:lnTo>
                  <a:pt x="144835" y="317160"/>
                </a:lnTo>
                <a:lnTo>
                  <a:pt x="161035" y="316642"/>
                </a:lnTo>
                <a:lnTo>
                  <a:pt x="206060" y="308082"/>
                </a:lnTo>
                <a:lnTo>
                  <a:pt x="244919" y="290111"/>
                </a:lnTo>
                <a:lnTo>
                  <a:pt x="276574" y="264139"/>
                </a:lnTo>
                <a:lnTo>
                  <a:pt x="299986" y="231577"/>
                </a:lnTo>
                <a:lnTo>
                  <a:pt x="314119" y="193836"/>
                </a:lnTo>
                <a:lnTo>
                  <a:pt x="318059" y="158736"/>
                </a:lnTo>
                <a:lnTo>
                  <a:pt x="317387" y="144044"/>
                </a:lnTo>
                <a:lnTo>
                  <a:pt x="307775" y="102441"/>
                </a:lnTo>
                <a:lnTo>
                  <a:pt x="288020" y="65795"/>
                </a:lnTo>
                <a:lnTo>
                  <a:pt x="259726" y="35707"/>
                </a:lnTo>
                <a:lnTo>
                  <a:pt x="224497" y="13778"/>
                </a:lnTo>
                <a:lnTo>
                  <a:pt x="183936" y="1610"/>
                </a:lnTo>
                <a:lnTo>
                  <a:pt x="169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653346" y="3698473"/>
            <a:ext cx="317130" cy="318062"/>
          </a:xfrm>
          <a:custGeom>
            <a:avLst/>
            <a:gdLst/>
            <a:ahLst/>
            <a:cxnLst/>
            <a:rect l="l" t="t" r="r" b="b"/>
            <a:pathLst>
              <a:path w="317130" h="318062">
                <a:moveTo>
                  <a:pt x="163057" y="0"/>
                </a:moveTo>
                <a:lnTo>
                  <a:pt x="118803" y="5679"/>
                </a:lnTo>
                <a:lnTo>
                  <a:pt x="79470" y="21761"/>
                </a:lnTo>
                <a:lnTo>
                  <a:pt x="46460" y="46707"/>
                </a:lnTo>
                <a:lnTo>
                  <a:pt x="21174" y="78981"/>
                </a:lnTo>
                <a:lnTo>
                  <a:pt x="5012" y="117046"/>
                </a:lnTo>
                <a:lnTo>
                  <a:pt x="0" y="144880"/>
                </a:lnTo>
                <a:lnTo>
                  <a:pt x="517" y="161080"/>
                </a:lnTo>
                <a:lnTo>
                  <a:pt x="9076" y="206104"/>
                </a:lnTo>
                <a:lnTo>
                  <a:pt x="27047" y="244958"/>
                </a:lnTo>
                <a:lnTo>
                  <a:pt x="53021" y="276605"/>
                </a:lnTo>
                <a:lnTo>
                  <a:pt x="85589" y="300007"/>
                </a:lnTo>
                <a:lnTo>
                  <a:pt x="123343" y="314129"/>
                </a:lnTo>
                <a:lnTo>
                  <a:pt x="158424" y="318062"/>
                </a:lnTo>
                <a:lnTo>
                  <a:pt x="173114" y="317389"/>
                </a:lnTo>
                <a:lnTo>
                  <a:pt x="214712" y="307778"/>
                </a:lnTo>
                <a:lnTo>
                  <a:pt x="251355" y="288022"/>
                </a:lnTo>
                <a:lnTo>
                  <a:pt x="281440" y="259726"/>
                </a:lnTo>
                <a:lnTo>
                  <a:pt x="303364" y="224492"/>
                </a:lnTo>
                <a:lnTo>
                  <a:pt x="315524" y="183923"/>
                </a:lnTo>
                <a:lnTo>
                  <a:pt x="317130" y="169491"/>
                </a:lnTo>
                <a:lnTo>
                  <a:pt x="316554" y="153663"/>
                </a:lnTo>
                <a:lnTo>
                  <a:pt x="307681" y="109488"/>
                </a:lnTo>
                <a:lnTo>
                  <a:pt x="289222" y="71190"/>
                </a:lnTo>
                <a:lnTo>
                  <a:pt x="262632" y="39941"/>
                </a:lnTo>
                <a:lnTo>
                  <a:pt x="229369" y="16915"/>
                </a:lnTo>
                <a:lnTo>
                  <a:pt x="190889" y="3286"/>
                </a:lnTo>
                <a:lnTo>
                  <a:pt x="1630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25417" y="5414608"/>
            <a:ext cx="456676" cy="1012010"/>
          </a:xfrm>
          <a:custGeom>
            <a:avLst/>
            <a:gdLst/>
            <a:ahLst/>
            <a:cxnLst/>
            <a:rect l="l" t="t" r="r" b="b"/>
            <a:pathLst>
              <a:path w="456676" h="1012010">
                <a:moveTo>
                  <a:pt x="297596" y="0"/>
                </a:moveTo>
                <a:lnTo>
                  <a:pt x="256815" y="5378"/>
                </a:lnTo>
                <a:lnTo>
                  <a:pt x="220037" y="20574"/>
                </a:lnTo>
                <a:lnTo>
                  <a:pt x="188647" y="44072"/>
                </a:lnTo>
                <a:lnTo>
                  <a:pt x="163801" y="74499"/>
                </a:lnTo>
                <a:lnTo>
                  <a:pt x="159047" y="81220"/>
                </a:lnTo>
                <a:lnTo>
                  <a:pt x="158408" y="82800"/>
                </a:lnTo>
                <a:lnTo>
                  <a:pt x="157836" y="84345"/>
                </a:lnTo>
                <a:lnTo>
                  <a:pt x="157199" y="85925"/>
                </a:lnTo>
                <a:lnTo>
                  <a:pt x="127347" y="164754"/>
                </a:lnTo>
                <a:lnTo>
                  <a:pt x="109367" y="220064"/>
                </a:lnTo>
                <a:lnTo>
                  <a:pt x="93157" y="274856"/>
                </a:lnTo>
                <a:lnTo>
                  <a:pt x="78625" y="328849"/>
                </a:lnTo>
                <a:lnTo>
                  <a:pt x="65682" y="381759"/>
                </a:lnTo>
                <a:lnTo>
                  <a:pt x="54235" y="433303"/>
                </a:lnTo>
                <a:lnTo>
                  <a:pt x="44193" y="483200"/>
                </a:lnTo>
                <a:lnTo>
                  <a:pt x="35465" y="531166"/>
                </a:lnTo>
                <a:lnTo>
                  <a:pt x="27960" y="576919"/>
                </a:lnTo>
                <a:lnTo>
                  <a:pt x="21586" y="620176"/>
                </a:lnTo>
                <a:lnTo>
                  <a:pt x="16253" y="660655"/>
                </a:lnTo>
                <a:lnTo>
                  <a:pt x="8341" y="732147"/>
                </a:lnTo>
                <a:lnTo>
                  <a:pt x="3495" y="789134"/>
                </a:lnTo>
                <a:lnTo>
                  <a:pt x="984" y="829355"/>
                </a:lnTo>
                <a:lnTo>
                  <a:pt x="0" y="853304"/>
                </a:lnTo>
                <a:lnTo>
                  <a:pt x="672" y="867994"/>
                </a:lnTo>
                <a:lnTo>
                  <a:pt x="10283" y="909592"/>
                </a:lnTo>
                <a:lnTo>
                  <a:pt x="30039" y="946235"/>
                </a:lnTo>
                <a:lnTo>
                  <a:pt x="58335" y="976320"/>
                </a:lnTo>
                <a:lnTo>
                  <a:pt x="93604" y="998258"/>
                </a:lnTo>
                <a:lnTo>
                  <a:pt x="134139" y="1010403"/>
                </a:lnTo>
                <a:lnTo>
                  <a:pt x="148570" y="1012010"/>
                </a:lnTo>
                <a:lnTo>
                  <a:pt x="164157" y="1011477"/>
                </a:lnTo>
                <a:lnTo>
                  <a:pt x="207455" y="1003126"/>
                </a:lnTo>
                <a:lnTo>
                  <a:pt x="244865" y="985691"/>
                </a:lnTo>
                <a:lnTo>
                  <a:pt x="275502" y="960514"/>
                </a:lnTo>
                <a:lnTo>
                  <a:pt x="298476" y="928939"/>
                </a:lnTo>
                <a:lnTo>
                  <a:pt x="312900" y="892309"/>
                </a:lnTo>
                <a:lnTo>
                  <a:pt x="313792" y="889529"/>
                </a:lnTo>
                <a:lnTo>
                  <a:pt x="313827" y="888655"/>
                </a:lnTo>
                <a:lnTo>
                  <a:pt x="316238" y="876308"/>
                </a:lnTo>
                <a:lnTo>
                  <a:pt x="317730" y="863685"/>
                </a:lnTo>
                <a:lnTo>
                  <a:pt x="317507" y="847023"/>
                </a:lnTo>
                <a:lnTo>
                  <a:pt x="316540" y="837846"/>
                </a:lnTo>
                <a:lnTo>
                  <a:pt x="320321" y="784903"/>
                </a:lnTo>
                <a:lnTo>
                  <a:pt x="325233" y="733580"/>
                </a:lnTo>
                <a:lnTo>
                  <a:pt x="331133" y="683994"/>
                </a:lnTo>
                <a:lnTo>
                  <a:pt x="337879" y="636264"/>
                </a:lnTo>
                <a:lnTo>
                  <a:pt x="345327" y="590509"/>
                </a:lnTo>
                <a:lnTo>
                  <a:pt x="353333" y="546847"/>
                </a:lnTo>
                <a:lnTo>
                  <a:pt x="361754" y="505397"/>
                </a:lnTo>
                <a:lnTo>
                  <a:pt x="370446" y="466277"/>
                </a:lnTo>
                <a:lnTo>
                  <a:pt x="388073" y="395501"/>
                </a:lnTo>
                <a:lnTo>
                  <a:pt x="405067" y="335467"/>
                </a:lnTo>
                <a:lnTo>
                  <a:pt x="420281" y="287124"/>
                </a:lnTo>
                <a:lnTo>
                  <a:pt x="437255" y="238603"/>
                </a:lnTo>
                <a:lnTo>
                  <a:pt x="443773" y="221718"/>
                </a:lnTo>
                <a:lnTo>
                  <a:pt x="456092" y="172664"/>
                </a:lnTo>
                <a:lnTo>
                  <a:pt x="456676" y="159560"/>
                </a:lnTo>
                <a:lnTo>
                  <a:pt x="456006" y="144818"/>
                </a:lnTo>
                <a:lnTo>
                  <a:pt x="446426" y="103101"/>
                </a:lnTo>
                <a:lnTo>
                  <a:pt x="426732" y="66379"/>
                </a:lnTo>
                <a:lnTo>
                  <a:pt x="398518" y="36235"/>
                </a:lnTo>
                <a:lnTo>
                  <a:pt x="363377" y="14251"/>
                </a:lnTo>
                <a:lnTo>
                  <a:pt x="322904" y="2011"/>
                </a:lnTo>
                <a:lnTo>
                  <a:pt x="308504" y="369"/>
                </a:lnTo>
                <a:lnTo>
                  <a:pt x="2975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634548" y="4264774"/>
            <a:ext cx="3557451" cy="2593225"/>
          </a:xfrm>
          <a:custGeom>
            <a:avLst/>
            <a:gdLst/>
            <a:ahLst/>
            <a:cxnLst/>
            <a:rect l="l" t="t" r="r" b="b"/>
            <a:pathLst>
              <a:path w="3557451" h="2593225">
                <a:moveTo>
                  <a:pt x="2264456" y="0"/>
                </a:moveTo>
                <a:lnTo>
                  <a:pt x="2053808" y="9709"/>
                </a:lnTo>
                <a:lnTo>
                  <a:pt x="1842173" y="39556"/>
                </a:lnTo>
                <a:lnTo>
                  <a:pt x="1630895" y="90223"/>
                </a:lnTo>
                <a:lnTo>
                  <a:pt x="1421322" y="162390"/>
                </a:lnTo>
                <a:lnTo>
                  <a:pt x="1232507" y="246005"/>
                </a:lnTo>
                <a:lnTo>
                  <a:pt x="1058031" y="339956"/>
                </a:lnTo>
                <a:lnTo>
                  <a:pt x="897685" y="443675"/>
                </a:lnTo>
                <a:lnTo>
                  <a:pt x="751262" y="556597"/>
                </a:lnTo>
                <a:lnTo>
                  <a:pt x="618553" y="678157"/>
                </a:lnTo>
                <a:lnTo>
                  <a:pt x="499351" y="807788"/>
                </a:lnTo>
                <a:lnTo>
                  <a:pt x="393447" y="944924"/>
                </a:lnTo>
                <a:lnTo>
                  <a:pt x="300634" y="1089001"/>
                </a:lnTo>
                <a:lnTo>
                  <a:pt x="220703" y="1239452"/>
                </a:lnTo>
                <a:lnTo>
                  <a:pt x="153447" y="1395712"/>
                </a:lnTo>
                <a:lnTo>
                  <a:pt x="98656" y="1557214"/>
                </a:lnTo>
                <a:lnTo>
                  <a:pt x="56125" y="1723393"/>
                </a:lnTo>
                <a:lnTo>
                  <a:pt x="25643" y="1893683"/>
                </a:lnTo>
                <a:lnTo>
                  <a:pt x="7004" y="2067519"/>
                </a:lnTo>
                <a:lnTo>
                  <a:pt x="0" y="2244334"/>
                </a:lnTo>
                <a:lnTo>
                  <a:pt x="4421" y="2423564"/>
                </a:lnTo>
                <a:lnTo>
                  <a:pt x="19075" y="2593225"/>
                </a:lnTo>
                <a:lnTo>
                  <a:pt x="335287" y="2593225"/>
                </a:lnTo>
                <a:lnTo>
                  <a:pt x="327888" y="2545508"/>
                </a:lnTo>
                <a:lnTo>
                  <a:pt x="314035" y="2356112"/>
                </a:lnTo>
                <a:lnTo>
                  <a:pt x="315703" y="2170872"/>
                </a:lnTo>
                <a:lnTo>
                  <a:pt x="332362" y="1990483"/>
                </a:lnTo>
                <a:lnTo>
                  <a:pt x="363480" y="1815640"/>
                </a:lnTo>
                <a:lnTo>
                  <a:pt x="408527" y="1647038"/>
                </a:lnTo>
                <a:lnTo>
                  <a:pt x="466973" y="1485374"/>
                </a:lnTo>
                <a:lnTo>
                  <a:pt x="538287" y="1331341"/>
                </a:lnTo>
                <a:lnTo>
                  <a:pt x="621938" y="1185636"/>
                </a:lnTo>
                <a:lnTo>
                  <a:pt x="717396" y="1048953"/>
                </a:lnTo>
                <a:lnTo>
                  <a:pt x="824130" y="921988"/>
                </a:lnTo>
                <a:lnTo>
                  <a:pt x="941610" y="805436"/>
                </a:lnTo>
                <a:lnTo>
                  <a:pt x="1069306" y="699992"/>
                </a:lnTo>
                <a:lnTo>
                  <a:pt x="1206686" y="606351"/>
                </a:lnTo>
                <a:lnTo>
                  <a:pt x="1353219" y="525210"/>
                </a:lnTo>
                <a:lnTo>
                  <a:pt x="1508377" y="457262"/>
                </a:lnTo>
                <a:lnTo>
                  <a:pt x="1671627" y="403203"/>
                </a:lnTo>
                <a:lnTo>
                  <a:pt x="1842439" y="363730"/>
                </a:lnTo>
                <a:lnTo>
                  <a:pt x="2020284" y="339535"/>
                </a:lnTo>
                <a:lnTo>
                  <a:pt x="2204629" y="331316"/>
                </a:lnTo>
                <a:lnTo>
                  <a:pt x="3439351" y="331316"/>
                </a:lnTo>
                <a:lnTo>
                  <a:pt x="3432183" y="326473"/>
                </a:lnTo>
                <a:lnTo>
                  <a:pt x="3255741" y="229667"/>
                </a:lnTo>
                <a:lnTo>
                  <a:pt x="3070232" y="148910"/>
                </a:lnTo>
                <a:lnTo>
                  <a:pt x="2877003" y="84883"/>
                </a:lnTo>
                <a:lnTo>
                  <a:pt x="2677400" y="38268"/>
                </a:lnTo>
                <a:lnTo>
                  <a:pt x="2472768" y="9746"/>
                </a:lnTo>
                <a:lnTo>
                  <a:pt x="2264456" y="0"/>
                </a:lnTo>
                <a:close/>
              </a:path>
              <a:path w="3557451" h="2593225">
                <a:moveTo>
                  <a:pt x="3439351" y="331316"/>
                </a:moveTo>
                <a:lnTo>
                  <a:pt x="2204629" y="331316"/>
                </a:lnTo>
                <a:lnTo>
                  <a:pt x="2373897" y="336648"/>
                </a:lnTo>
                <a:lnTo>
                  <a:pt x="2537229" y="352468"/>
                </a:lnTo>
                <a:lnTo>
                  <a:pt x="2694331" y="378508"/>
                </a:lnTo>
                <a:lnTo>
                  <a:pt x="2844903" y="414502"/>
                </a:lnTo>
                <a:lnTo>
                  <a:pt x="2988651" y="460184"/>
                </a:lnTo>
                <a:lnTo>
                  <a:pt x="3125276" y="515287"/>
                </a:lnTo>
                <a:lnTo>
                  <a:pt x="3254482" y="579544"/>
                </a:lnTo>
                <a:lnTo>
                  <a:pt x="3375972" y="652690"/>
                </a:lnTo>
                <a:lnTo>
                  <a:pt x="3489448" y="734457"/>
                </a:lnTo>
                <a:lnTo>
                  <a:pt x="3557451" y="792732"/>
                </a:lnTo>
                <a:lnTo>
                  <a:pt x="3557451" y="411108"/>
                </a:lnTo>
                <a:lnTo>
                  <a:pt x="3439351" y="331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29272" y="3996324"/>
            <a:ext cx="7379" cy="2063"/>
          </a:xfrm>
          <a:custGeom>
            <a:avLst/>
            <a:gdLst/>
            <a:ahLst/>
            <a:cxnLst/>
            <a:rect l="l" t="t" r="r" b="b"/>
            <a:pathLst>
              <a:path w="7379" h="2063">
                <a:moveTo>
                  <a:pt x="7379" y="0"/>
                </a:moveTo>
                <a:lnTo>
                  <a:pt x="3695" y="1089"/>
                </a:lnTo>
                <a:lnTo>
                  <a:pt x="0" y="2063"/>
                </a:lnTo>
                <a:lnTo>
                  <a:pt x="369" y="2030"/>
                </a:lnTo>
                <a:lnTo>
                  <a:pt x="4065" y="1391"/>
                </a:lnTo>
                <a:lnTo>
                  <a:pt x="73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382355" y="3688061"/>
            <a:ext cx="1876182" cy="1478979"/>
          </a:xfrm>
          <a:custGeom>
            <a:avLst/>
            <a:gdLst/>
            <a:ahLst/>
            <a:cxnLst/>
            <a:rect l="l" t="t" r="r" b="b"/>
            <a:pathLst>
              <a:path w="1876182" h="1478979">
                <a:moveTo>
                  <a:pt x="1722300" y="0"/>
                </a:moveTo>
                <a:lnTo>
                  <a:pt x="1682547" y="5812"/>
                </a:lnTo>
                <a:lnTo>
                  <a:pt x="1621133" y="24798"/>
                </a:lnTo>
                <a:lnTo>
                  <a:pt x="1583399" y="37259"/>
                </a:lnTo>
                <a:lnTo>
                  <a:pt x="1546286" y="50125"/>
                </a:lnTo>
                <a:lnTo>
                  <a:pt x="1509755" y="63396"/>
                </a:lnTo>
                <a:lnTo>
                  <a:pt x="1473768" y="77068"/>
                </a:lnTo>
                <a:lnTo>
                  <a:pt x="1438284" y="91138"/>
                </a:lnTo>
                <a:lnTo>
                  <a:pt x="1368672" y="120463"/>
                </a:lnTo>
                <a:lnTo>
                  <a:pt x="1300607" y="151349"/>
                </a:lnTo>
                <a:lnTo>
                  <a:pt x="1233777" y="183776"/>
                </a:lnTo>
                <a:lnTo>
                  <a:pt x="1167870" y="217722"/>
                </a:lnTo>
                <a:lnTo>
                  <a:pt x="1102573" y="253165"/>
                </a:lnTo>
                <a:lnTo>
                  <a:pt x="1037574" y="290084"/>
                </a:lnTo>
                <a:lnTo>
                  <a:pt x="972560" y="328459"/>
                </a:lnTo>
                <a:lnTo>
                  <a:pt x="928137" y="355586"/>
                </a:lnTo>
                <a:lnTo>
                  <a:pt x="884572" y="383131"/>
                </a:lnTo>
                <a:lnTo>
                  <a:pt x="841809" y="411168"/>
                </a:lnTo>
                <a:lnTo>
                  <a:pt x="799794" y="439771"/>
                </a:lnTo>
                <a:lnTo>
                  <a:pt x="758471" y="469012"/>
                </a:lnTo>
                <a:lnTo>
                  <a:pt x="717785" y="498965"/>
                </a:lnTo>
                <a:lnTo>
                  <a:pt x="677679" y="529703"/>
                </a:lnTo>
                <a:lnTo>
                  <a:pt x="638098" y="561299"/>
                </a:lnTo>
                <a:lnTo>
                  <a:pt x="598988" y="593828"/>
                </a:lnTo>
                <a:lnTo>
                  <a:pt x="560291" y="627361"/>
                </a:lnTo>
                <a:lnTo>
                  <a:pt x="521954" y="661973"/>
                </a:lnTo>
                <a:lnTo>
                  <a:pt x="483920" y="697737"/>
                </a:lnTo>
                <a:lnTo>
                  <a:pt x="446134" y="734726"/>
                </a:lnTo>
                <a:lnTo>
                  <a:pt x="408540" y="773013"/>
                </a:lnTo>
                <a:lnTo>
                  <a:pt x="371083" y="812672"/>
                </a:lnTo>
                <a:lnTo>
                  <a:pt x="333708" y="853776"/>
                </a:lnTo>
                <a:lnTo>
                  <a:pt x="296358" y="896398"/>
                </a:lnTo>
                <a:lnTo>
                  <a:pt x="258979" y="940612"/>
                </a:lnTo>
                <a:lnTo>
                  <a:pt x="221515" y="986491"/>
                </a:lnTo>
                <a:lnTo>
                  <a:pt x="183911" y="1034108"/>
                </a:lnTo>
                <a:lnTo>
                  <a:pt x="177522" y="1042132"/>
                </a:lnTo>
                <a:lnTo>
                  <a:pt x="170640" y="1050427"/>
                </a:lnTo>
                <a:lnTo>
                  <a:pt x="163322" y="1058981"/>
                </a:lnTo>
                <a:lnTo>
                  <a:pt x="155622" y="1067783"/>
                </a:lnTo>
                <a:lnTo>
                  <a:pt x="113326" y="1115131"/>
                </a:lnTo>
                <a:lnTo>
                  <a:pt x="104494" y="1125189"/>
                </a:lnTo>
                <a:lnTo>
                  <a:pt x="78245" y="1156339"/>
                </a:lnTo>
                <a:lnTo>
                  <a:pt x="53527" y="1188719"/>
                </a:lnTo>
                <a:lnTo>
                  <a:pt x="45885" y="1199733"/>
                </a:lnTo>
                <a:lnTo>
                  <a:pt x="36990" y="1210908"/>
                </a:lnTo>
                <a:lnTo>
                  <a:pt x="16491" y="1244734"/>
                </a:lnTo>
                <a:lnTo>
                  <a:pt x="2900" y="1291944"/>
                </a:lnTo>
                <a:lnTo>
                  <a:pt x="0" y="1315885"/>
                </a:lnTo>
                <a:lnTo>
                  <a:pt x="23" y="1327718"/>
                </a:lnTo>
                <a:lnTo>
                  <a:pt x="11194" y="1374055"/>
                </a:lnTo>
                <a:lnTo>
                  <a:pt x="32705" y="1407664"/>
                </a:lnTo>
                <a:lnTo>
                  <a:pt x="48924" y="1424786"/>
                </a:lnTo>
                <a:lnTo>
                  <a:pt x="50503" y="1426299"/>
                </a:lnTo>
                <a:lnTo>
                  <a:pt x="70296" y="1442731"/>
                </a:lnTo>
                <a:lnTo>
                  <a:pt x="71103" y="1443302"/>
                </a:lnTo>
                <a:lnTo>
                  <a:pt x="96003" y="1459415"/>
                </a:lnTo>
                <a:lnTo>
                  <a:pt x="120001" y="1470482"/>
                </a:lnTo>
                <a:lnTo>
                  <a:pt x="143118" y="1476878"/>
                </a:lnTo>
                <a:lnTo>
                  <a:pt x="165377" y="1478979"/>
                </a:lnTo>
                <a:lnTo>
                  <a:pt x="186800" y="1477159"/>
                </a:lnTo>
                <a:lnTo>
                  <a:pt x="227226" y="1463259"/>
                </a:lnTo>
                <a:lnTo>
                  <a:pt x="264576" y="1438178"/>
                </a:lnTo>
                <a:lnTo>
                  <a:pt x="299025" y="1404920"/>
                </a:lnTo>
                <a:lnTo>
                  <a:pt x="330753" y="1366484"/>
                </a:lnTo>
                <a:lnTo>
                  <a:pt x="359937" y="1325872"/>
                </a:lnTo>
                <a:lnTo>
                  <a:pt x="386755" y="1286086"/>
                </a:lnTo>
                <a:lnTo>
                  <a:pt x="399332" y="1267441"/>
                </a:lnTo>
                <a:lnTo>
                  <a:pt x="422935" y="1234521"/>
                </a:lnTo>
                <a:lnTo>
                  <a:pt x="482325" y="1159438"/>
                </a:lnTo>
                <a:lnTo>
                  <a:pt x="541644" y="1087946"/>
                </a:lnTo>
                <a:lnTo>
                  <a:pt x="601025" y="1019952"/>
                </a:lnTo>
                <a:lnTo>
                  <a:pt x="660597" y="955365"/>
                </a:lnTo>
                <a:lnTo>
                  <a:pt x="720492" y="894094"/>
                </a:lnTo>
                <a:lnTo>
                  <a:pt x="780841" y="836046"/>
                </a:lnTo>
                <a:lnTo>
                  <a:pt x="841776" y="781129"/>
                </a:lnTo>
                <a:lnTo>
                  <a:pt x="903428" y="729251"/>
                </a:lnTo>
                <a:lnTo>
                  <a:pt x="965928" y="680321"/>
                </a:lnTo>
                <a:lnTo>
                  <a:pt x="1029406" y="634246"/>
                </a:lnTo>
                <a:lnTo>
                  <a:pt x="1093995" y="590936"/>
                </a:lnTo>
                <a:lnTo>
                  <a:pt x="1159825" y="550297"/>
                </a:lnTo>
                <a:lnTo>
                  <a:pt x="1227027" y="512238"/>
                </a:lnTo>
                <a:lnTo>
                  <a:pt x="1295733" y="476667"/>
                </a:lnTo>
                <a:lnTo>
                  <a:pt x="1366075" y="443493"/>
                </a:lnTo>
                <a:lnTo>
                  <a:pt x="1438182" y="412622"/>
                </a:lnTo>
                <a:lnTo>
                  <a:pt x="1512186" y="383964"/>
                </a:lnTo>
                <a:lnTo>
                  <a:pt x="1588220" y="357427"/>
                </a:lnTo>
                <a:lnTo>
                  <a:pt x="1666412" y="332918"/>
                </a:lnTo>
                <a:lnTo>
                  <a:pt x="1746896" y="310346"/>
                </a:lnTo>
                <a:lnTo>
                  <a:pt x="1750626" y="309338"/>
                </a:lnTo>
                <a:lnTo>
                  <a:pt x="1754255" y="308296"/>
                </a:lnTo>
                <a:lnTo>
                  <a:pt x="1793686" y="293834"/>
                </a:lnTo>
                <a:lnTo>
                  <a:pt x="1826966" y="268840"/>
                </a:lnTo>
                <a:lnTo>
                  <a:pt x="1852342" y="238430"/>
                </a:lnTo>
                <a:lnTo>
                  <a:pt x="1869014" y="203488"/>
                </a:lnTo>
                <a:lnTo>
                  <a:pt x="1876182" y="164902"/>
                </a:lnTo>
                <a:lnTo>
                  <a:pt x="1875977" y="148978"/>
                </a:lnTo>
                <a:lnTo>
                  <a:pt x="1875004" y="136910"/>
                </a:lnTo>
                <a:lnTo>
                  <a:pt x="1873347" y="126634"/>
                </a:lnTo>
                <a:lnTo>
                  <a:pt x="1872843" y="124013"/>
                </a:lnTo>
                <a:lnTo>
                  <a:pt x="1871936" y="121594"/>
                </a:lnTo>
                <a:lnTo>
                  <a:pt x="1871330" y="119005"/>
                </a:lnTo>
                <a:lnTo>
                  <a:pt x="1856332" y="80855"/>
                </a:lnTo>
                <a:lnTo>
                  <a:pt x="1832434" y="48319"/>
                </a:lnTo>
                <a:lnTo>
                  <a:pt x="1801132" y="22957"/>
                </a:lnTo>
                <a:lnTo>
                  <a:pt x="1763921" y="6331"/>
                </a:lnTo>
                <a:lnTo>
                  <a:pt x="1736572" y="870"/>
                </a:lnTo>
                <a:lnTo>
                  <a:pt x="1722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567572" y="3601025"/>
            <a:ext cx="1624428" cy="684492"/>
          </a:xfrm>
          <a:custGeom>
            <a:avLst/>
            <a:gdLst/>
            <a:ahLst/>
            <a:cxnLst/>
            <a:rect l="l" t="t" r="r" b="b"/>
            <a:pathLst>
              <a:path w="1624428" h="684492">
                <a:moveTo>
                  <a:pt x="1622716" y="314358"/>
                </a:moveTo>
                <a:lnTo>
                  <a:pt x="276322" y="314358"/>
                </a:lnTo>
                <a:lnTo>
                  <a:pt x="399298" y="316443"/>
                </a:lnTo>
                <a:lnTo>
                  <a:pt x="521882" y="324263"/>
                </a:lnTo>
                <a:lnTo>
                  <a:pt x="643873" y="337826"/>
                </a:lnTo>
                <a:lnTo>
                  <a:pt x="765073" y="357140"/>
                </a:lnTo>
                <a:lnTo>
                  <a:pt x="885280" y="382214"/>
                </a:lnTo>
                <a:lnTo>
                  <a:pt x="1004295" y="413055"/>
                </a:lnTo>
                <a:lnTo>
                  <a:pt x="1121917" y="449672"/>
                </a:lnTo>
                <a:lnTo>
                  <a:pt x="1237947" y="492072"/>
                </a:lnTo>
                <a:lnTo>
                  <a:pt x="1352185" y="540263"/>
                </a:lnTo>
                <a:lnTo>
                  <a:pt x="1464430" y="594254"/>
                </a:lnTo>
                <a:lnTo>
                  <a:pt x="1574482" y="654053"/>
                </a:lnTo>
                <a:lnTo>
                  <a:pt x="1624428" y="684492"/>
                </a:lnTo>
                <a:lnTo>
                  <a:pt x="1624428" y="315258"/>
                </a:lnTo>
                <a:lnTo>
                  <a:pt x="1622716" y="314358"/>
                </a:lnTo>
                <a:close/>
              </a:path>
              <a:path w="1624428" h="684492">
                <a:moveTo>
                  <a:pt x="159948" y="1"/>
                </a:moveTo>
                <a:lnTo>
                  <a:pt x="116669" y="5826"/>
                </a:lnTo>
                <a:lnTo>
                  <a:pt x="77953" y="22246"/>
                </a:lnTo>
                <a:lnTo>
                  <a:pt x="45344" y="47682"/>
                </a:lnTo>
                <a:lnTo>
                  <a:pt x="20389" y="80549"/>
                </a:lnTo>
                <a:lnTo>
                  <a:pt x="4631" y="119267"/>
                </a:lnTo>
                <a:lnTo>
                  <a:pt x="0" y="147548"/>
                </a:lnTo>
                <a:lnTo>
                  <a:pt x="560" y="163482"/>
                </a:lnTo>
                <a:lnTo>
                  <a:pt x="9350" y="207897"/>
                </a:lnTo>
                <a:lnTo>
                  <a:pt x="27678" y="246348"/>
                </a:lnTo>
                <a:lnTo>
                  <a:pt x="54101" y="277703"/>
                </a:lnTo>
                <a:lnTo>
                  <a:pt x="87174" y="300828"/>
                </a:lnTo>
                <a:lnTo>
                  <a:pt x="125455" y="314589"/>
                </a:lnTo>
                <a:lnTo>
                  <a:pt x="153154" y="318001"/>
                </a:lnTo>
                <a:lnTo>
                  <a:pt x="276322" y="314358"/>
                </a:lnTo>
                <a:lnTo>
                  <a:pt x="1622716" y="314358"/>
                </a:lnTo>
                <a:lnTo>
                  <a:pt x="1586806" y="295482"/>
                </a:lnTo>
                <a:lnTo>
                  <a:pt x="1470804" y="241436"/>
                </a:lnTo>
                <a:lnTo>
                  <a:pt x="1352264" y="192934"/>
                </a:lnTo>
                <a:lnTo>
                  <a:pt x="1231211" y="149939"/>
                </a:lnTo>
                <a:lnTo>
                  <a:pt x="1107672" y="112413"/>
                </a:lnTo>
                <a:lnTo>
                  <a:pt x="981672" y="80319"/>
                </a:lnTo>
                <a:lnTo>
                  <a:pt x="853240" y="53618"/>
                </a:lnTo>
                <a:lnTo>
                  <a:pt x="722399" y="32273"/>
                </a:lnTo>
                <a:lnTo>
                  <a:pt x="589178" y="16247"/>
                </a:lnTo>
                <a:lnTo>
                  <a:pt x="453602" y="5502"/>
                </a:lnTo>
                <a:lnTo>
                  <a:pt x="320581" y="194"/>
                </a:lnTo>
                <a:lnTo>
                  <a:pt x="291475" y="194"/>
                </a:lnTo>
                <a:lnTo>
                  <a:pt x="159948" y="1"/>
                </a:lnTo>
                <a:close/>
              </a:path>
              <a:path w="1624428" h="684492">
                <a:moveTo>
                  <a:pt x="315698" y="0"/>
                </a:moveTo>
                <a:lnTo>
                  <a:pt x="291475" y="194"/>
                </a:lnTo>
                <a:lnTo>
                  <a:pt x="320581" y="194"/>
                </a:lnTo>
                <a:lnTo>
                  <a:pt x="315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564983" y="5227215"/>
            <a:ext cx="627016" cy="1419769"/>
          </a:xfrm>
          <a:custGeom>
            <a:avLst/>
            <a:gdLst/>
            <a:ahLst/>
            <a:cxnLst/>
            <a:rect l="l" t="t" r="r" b="b"/>
            <a:pathLst>
              <a:path w="627016" h="1419769">
                <a:moveTo>
                  <a:pt x="0" y="265728"/>
                </a:moveTo>
                <a:lnTo>
                  <a:pt x="36796" y="298452"/>
                </a:lnTo>
                <a:lnTo>
                  <a:pt x="73006" y="333261"/>
                </a:lnTo>
                <a:lnTo>
                  <a:pt x="108519" y="370047"/>
                </a:lnTo>
                <a:lnTo>
                  <a:pt x="143227" y="408702"/>
                </a:lnTo>
                <a:lnTo>
                  <a:pt x="177020" y="449118"/>
                </a:lnTo>
                <a:lnTo>
                  <a:pt x="209791" y="491188"/>
                </a:lnTo>
                <a:lnTo>
                  <a:pt x="241429" y="534804"/>
                </a:lnTo>
                <a:lnTo>
                  <a:pt x="271826" y="579859"/>
                </a:lnTo>
                <a:lnTo>
                  <a:pt x="300874" y="626244"/>
                </a:lnTo>
                <a:lnTo>
                  <a:pt x="328462" y="673853"/>
                </a:lnTo>
                <a:lnTo>
                  <a:pt x="354482" y="722578"/>
                </a:lnTo>
                <a:lnTo>
                  <a:pt x="378826" y="772310"/>
                </a:lnTo>
                <a:lnTo>
                  <a:pt x="401383" y="822943"/>
                </a:lnTo>
                <a:lnTo>
                  <a:pt x="422046" y="874369"/>
                </a:lnTo>
                <a:lnTo>
                  <a:pt x="440705" y="926480"/>
                </a:lnTo>
                <a:lnTo>
                  <a:pt x="457252" y="979168"/>
                </a:lnTo>
                <a:lnTo>
                  <a:pt x="471577" y="1032326"/>
                </a:lnTo>
                <a:lnTo>
                  <a:pt x="483571" y="1085846"/>
                </a:lnTo>
                <a:lnTo>
                  <a:pt x="493126" y="1139621"/>
                </a:lnTo>
                <a:lnTo>
                  <a:pt x="500132" y="1193543"/>
                </a:lnTo>
                <a:lnTo>
                  <a:pt x="501974" y="1210851"/>
                </a:lnTo>
                <a:lnTo>
                  <a:pt x="503905" y="1228102"/>
                </a:lnTo>
                <a:lnTo>
                  <a:pt x="511232" y="1278583"/>
                </a:lnTo>
                <a:lnTo>
                  <a:pt x="522938" y="1325183"/>
                </a:lnTo>
                <a:lnTo>
                  <a:pt x="541699" y="1365369"/>
                </a:lnTo>
                <a:lnTo>
                  <a:pt x="570192" y="1396608"/>
                </a:lnTo>
                <a:lnTo>
                  <a:pt x="611092" y="1416369"/>
                </a:lnTo>
                <a:lnTo>
                  <a:pt x="627016" y="1419769"/>
                </a:lnTo>
                <a:lnTo>
                  <a:pt x="627016" y="526048"/>
                </a:lnTo>
                <a:lnTo>
                  <a:pt x="578909" y="441032"/>
                </a:lnTo>
                <a:lnTo>
                  <a:pt x="546131" y="389324"/>
                </a:lnTo>
                <a:lnTo>
                  <a:pt x="511660" y="339122"/>
                </a:lnTo>
                <a:lnTo>
                  <a:pt x="475553" y="290496"/>
                </a:lnTo>
                <a:lnTo>
                  <a:pt x="472690" y="286926"/>
                </a:lnTo>
                <a:lnTo>
                  <a:pt x="87407" y="286926"/>
                </a:lnTo>
                <a:lnTo>
                  <a:pt x="72486" y="286534"/>
                </a:lnTo>
                <a:lnTo>
                  <a:pt x="33006" y="279824"/>
                </a:lnTo>
                <a:lnTo>
                  <a:pt x="10398" y="271174"/>
                </a:lnTo>
                <a:lnTo>
                  <a:pt x="0" y="265728"/>
                </a:lnTo>
                <a:close/>
              </a:path>
              <a:path w="627016" h="1419769">
                <a:moveTo>
                  <a:pt x="181836" y="0"/>
                </a:moveTo>
                <a:lnTo>
                  <a:pt x="208419" y="27650"/>
                </a:lnTo>
                <a:lnTo>
                  <a:pt x="227946" y="60948"/>
                </a:lnTo>
                <a:lnTo>
                  <a:pt x="237182" y="88983"/>
                </a:lnTo>
                <a:lnTo>
                  <a:pt x="238156" y="91503"/>
                </a:lnTo>
                <a:lnTo>
                  <a:pt x="238694" y="94225"/>
                </a:lnTo>
                <a:lnTo>
                  <a:pt x="240641" y="106667"/>
                </a:lnTo>
                <a:lnTo>
                  <a:pt x="241670" y="119378"/>
                </a:lnTo>
                <a:lnTo>
                  <a:pt x="241133" y="134126"/>
                </a:lnTo>
                <a:lnTo>
                  <a:pt x="233119" y="175203"/>
                </a:lnTo>
                <a:lnTo>
                  <a:pt x="216470" y="210989"/>
                </a:lnTo>
                <a:lnTo>
                  <a:pt x="192427" y="240792"/>
                </a:lnTo>
                <a:lnTo>
                  <a:pt x="159131" y="265106"/>
                </a:lnTo>
                <a:lnTo>
                  <a:pt x="113823" y="283184"/>
                </a:lnTo>
                <a:lnTo>
                  <a:pt x="87407" y="286926"/>
                </a:lnTo>
                <a:lnTo>
                  <a:pt x="472690" y="286926"/>
                </a:lnTo>
                <a:lnTo>
                  <a:pt x="437869" y="243515"/>
                </a:lnTo>
                <a:lnTo>
                  <a:pt x="398663" y="198247"/>
                </a:lnTo>
                <a:lnTo>
                  <a:pt x="357994" y="154760"/>
                </a:lnTo>
                <a:lnTo>
                  <a:pt x="315920" y="113123"/>
                </a:lnTo>
                <a:lnTo>
                  <a:pt x="272497" y="73405"/>
                </a:lnTo>
                <a:lnTo>
                  <a:pt x="227783" y="35674"/>
                </a:lnTo>
                <a:lnTo>
                  <a:pt x="181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742743" y="5224110"/>
            <a:ext cx="4099" cy="3092"/>
          </a:xfrm>
          <a:custGeom>
            <a:avLst/>
            <a:gdLst/>
            <a:ahLst/>
            <a:cxnLst/>
            <a:rect l="l" t="t" r="r" b="b"/>
            <a:pathLst>
              <a:path w="4099" h="3092">
                <a:moveTo>
                  <a:pt x="0" y="0"/>
                </a:moveTo>
                <a:lnTo>
                  <a:pt x="4099" y="3092"/>
                </a:lnTo>
                <a:lnTo>
                  <a:pt x="2117" y="14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537939" y="5472069"/>
            <a:ext cx="19555" cy="16309"/>
          </a:xfrm>
          <a:custGeom>
            <a:avLst/>
            <a:gdLst/>
            <a:ahLst/>
            <a:cxnLst/>
            <a:rect l="l" t="t" r="r" b="b"/>
            <a:pathLst>
              <a:path w="19555" h="16309">
                <a:moveTo>
                  <a:pt x="0" y="0"/>
                </a:moveTo>
                <a:lnTo>
                  <a:pt x="5743" y="6223"/>
                </a:lnTo>
                <a:lnTo>
                  <a:pt x="19226" y="16095"/>
                </a:lnTo>
                <a:lnTo>
                  <a:pt x="19555" y="16309"/>
                </a:lnTo>
                <a:lnTo>
                  <a:pt x="9787" y="80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1483315" y="5190954"/>
            <a:ext cx="323448" cy="323300"/>
          </a:xfrm>
          <a:custGeom>
            <a:avLst/>
            <a:gdLst/>
            <a:ahLst/>
            <a:cxnLst/>
            <a:rect l="l" t="t" r="r" b="b"/>
            <a:pathLst>
              <a:path w="323448" h="323300">
                <a:moveTo>
                  <a:pt x="174447" y="0"/>
                </a:moveTo>
                <a:lnTo>
                  <a:pt x="127928" y="5108"/>
                </a:lnTo>
                <a:lnTo>
                  <a:pt x="86983" y="20017"/>
                </a:lnTo>
                <a:lnTo>
                  <a:pt x="52660" y="43352"/>
                </a:lnTo>
                <a:lnTo>
                  <a:pt x="26011" y="73737"/>
                </a:lnTo>
                <a:lnTo>
                  <a:pt x="8043" y="109937"/>
                </a:lnTo>
                <a:lnTo>
                  <a:pt x="47" y="149131"/>
                </a:lnTo>
                <a:lnTo>
                  <a:pt x="0" y="167071"/>
                </a:lnTo>
                <a:lnTo>
                  <a:pt x="804" y="179321"/>
                </a:lnTo>
                <a:lnTo>
                  <a:pt x="14593" y="228096"/>
                </a:lnTo>
                <a:lnTo>
                  <a:pt x="34309" y="260772"/>
                </a:lnTo>
                <a:lnTo>
                  <a:pt x="71018" y="294762"/>
                </a:lnTo>
                <a:lnTo>
                  <a:pt x="105971" y="313079"/>
                </a:lnTo>
                <a:lnTo>
                  <a:pt x="155400" y="323300"/>
                </a:lnTo>
                <a:lnTo>
                  <a:pt x="170553" y="322929"/>
                </a:lnTo>
                <a:lnTo>
                  <a:pt x="214797" y="313934"/>
                </a:lnTo>
                <a:lnTo>
                  <a:pt x="249859" y="295905"/>
                </a:lnTo>
                <a:lnTo>
                  <a:pt x="280782" y="269142"/>
                </a:lnTo>
                <a:lnTo>
                  <a:pt x="303852" y="237395"/>
                </a:lnTo>
                <a:lnTo>
                  <a:pt x="318322" y="201494"/>
                </a:lnTo>
                <a:lnTo>
                  <a:pt x="323448" y="162269"/>
                </a:lnTo>
                <a:lnTo>
                  <a:pt x="322920" y="149131"/>
                </a:lnTo>
                <a:lnTo>
                  <a:pt x="321440" y="136705"/>
                </a:lnTo>
                <a:lnTo>
                  <a:pt x="319820" y="127775"/>
                </a:lnTo>
                <a:lnTo>
                  <a:pt x="318846" y="125255"/>
                </a:lnTo>
                <a:lnTo>
                  <a:pt x="318242" y="122566"/>
                </a:lnTo>
                <a:lnTo>
                  <a:pt x="304246" y="86085"/>
                </a:lnTo>
                <a:lnTo>
                  <a:pt x="282341" y="54462"/>
                </a:lnTo>
                <a:lnTo>
                  <a:pt x="261447" y="34723"/>
                </a:lnTo>
                <a:lnTo>
                  <a:pt x="259434" y="33146"/>
                </a:lnTo>
                <a:lnTo>
                  <a:pt x="224608" y="12586"/>
                </a:lnTo>
                <a:lnTo>
                  <a:pt x="187568" y="1622"/>
                </a:lnTo>
                <a:lnTo>
                  <a:pt x="1744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008347" y="5671688"/>
            <a:ext cx="839" cy="268"/>
          </a:xfrm>
          <a:custGeom>
            <a:avLst/>
            <a:gdLst/>
            <a:ahLst/>
            <a:cxnLst/>
            <a:rect l="l" t="t" r="r" b="b"/>
            <a:pathLst>
              <a:path w="839" h="268">
                <a:moveTo>
                  <a:pt x="0" y="134"/>
                </a:moveTo>
                <a:lnTo>
                  <a:pt x="839" y="134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997585" y="5664056"/>
            <a:ext cx="962161" cy="1193943"/>
          </a:xfrm>
          <a:custGeom>
            <a:avLst/>
            <a:gdLst/>
            <a:ahLst/>
            <a:cxnLst/>
            <a:rect l="l" t="t" r="r" b="b"/>
            <a:pathLst>
              <a:path w="962161" h="1193943">
                <a:moveTo>
                  <a:pt x="807165" y="0"/>
                </a:moveTo>
                <a:lnTo>
                  <a:pt x="801755" y="0"/>
                </a:lnTo>
                <a:lnTo>
                  <a:pt x="798360" y="840"/>
                </a:lnTo>
                <a:lnTo>
                  <a:pt x="794867" y="1041"/>
                </a:lnTo>
                <a:lnTo>
                  <a:pt x="734798" y="6966"/>
                </a:lnTo>
                <a:lnTo>
                  <a:pt x="676056" y="16833"/>
                </a:lnTo>
                <a:lnTo>
                  <a:pt x="618787" y="30520"/>
                </a:lnTo>
                <a:lnTo>
                  <a:pt x="563135" y="47904"/>
                </a:lnTo>
                <a:lnTo>
                  <a:pt x="509246" y="68860"/>
                </a:lnTo>
                <a:lnTo>
                  <a:pt x="457266" y="93265"/>
                </a:lnTo>
                <a:lnTo>
                  <a:pt x="407340" y="120996"/>
                </a:lnTo>
                <a:lnTo>
                  <a:pt x="359613" y="151929"/>
                </a:lnTo>
                <a:lnTo>
                  <a:pt x="314230" y="185940"/>
                </a:lnTo>
                <a:lnTo>
                  <a:pt x="271338" y="222907"/>
                </a:lnTo>
                <a:lnTo>
                  <a:pt x="231082" y="262705"/>
                </a:lnTo>
                <a:lnTo>
                  <a:pt x="193606" y="305211"/>
                </a:lnTo>
                <a:lnTo>
                  <a:pt x="159056" y="350302"/>
                </a:lnTo>
                <a:lnTo>
                  <a:pt x="127578" y="397853"/>
                </a:lnTo>
                <a:lnTo>
                  <a:pt x="99317" y="447743"/>
                </a:lnTo>
                <a:lnTo>
                  <a:pt x="74419" y="499846"/>
                </a:lnTo>
                <a:lnTo>
                  <a:pt x="53029" y="554039"/>
                </a:lnTo>
                <a:lnTo>
                  <a:pt x="35291" y="610200"/>
                </a:lnTo>
                <a:lnTo>
                  <a:pt x="21353" y="668204"/>
                </a:lnTo>
                <a:lnTo>
                  <a:pt x="11358" y="727927"/>
                </a:lnTo>
                <a:lnTo>
                  <a:pt x="0" y="865499"/>
                </a:lnTo>
                <a:lnTo>
                  <a:pt x="1418" y="1004954"/>
                </a:lnTo>
                <a:lnTo>
                  <a:pt x="15037" y="1145479"/>
                </a:lnTo>
                <a:lnTo>
                  <a:pt x="23727" y="1193943"/>
                </a:lnTo>
                <a:lnTo>
                  <a:pt x="355352" y="1193943"/>
                </a:lnTo>
                <a:lnTo>
                  <a:pt x="341898" y="1113243"/>
                </a:lnTo>
                <a:lnTo>
                  <a:pt x="329365" y="1005693"/>
                </a:lnTo>
                <a:lnTo>
                  <a:pt x="321723" y="895040"/>
                </a:lnTo>
                <a:lnTo>
                  <a:pt x="321119" y="845634"/>
                </a:lnTo>
                <a:lnTo>
                  <a:pt x="323882" y="797818"/>
                </a:lnTo>
                <a:lnTo>
                  <a:pt x="329902" y="751682"/>
                </a:lnTo>
                <a:lnTo>
                  <a:pt x="339071" y="707320"/>
                </a:lnTo>
                <a:lnTo>
                  <a:pt x="351278" y="664822"/>
                </a:lnTo>
                <a:lnTo>
                  <a:pt x="366416" y="624283"/>
                </a:lnTo>
                <a:lnTo>
                  <a:pt x="384373" y="585793"/>
                </a:lnTo>
                <a:lnTo>
                  <a:pt x="405042" y="549445"/>
                </a:lnTo>
                <a:lnTo>
                  <a:pt x="428313" y="515331"/>
                </a:lnTo>
                <a:lnTo>
                  <a:pt x="454077" y="483543"/>
                </a:lnTo>
                <a:lnTo>
                  <a:pt x="482223" y="454174"/>
                </a:lnTo>
                <a:lnTo>
                  <a:pt x="512645" y="427315"/>
                </a:lnTo>
                <a:lnTo>
                  <a:pt x="545231" y="403059"/>
                </a:lnTo>
                <a:lnTo>
                  <a:pt x="579873" y="381499"/>
                </a:lnTo>
                <a:lnTo>
                  <a:pt x="616461" y="362725"/>
                </a:lnTo>
                <a:lnTo>
                  <a:pt x="654886" y="346831"/>
                </a:lnTo>
                <a:lnTo>
                  <a:pt x="695039" y="333909"/>
                </a:lnTo>
                <a:lnTo>
                  <a:pt x="736811" y="324050"/>
                </a:lnTo>
                <a:lnTo>
                  <a:pt x="780093" y="317348"/>
                </a:lnTo>
                <a:lnTo>
                  <a:pt x="824774" y="313894"/>
                </a:lnTo>
                <a:lnTo>
                  <a:pt x="829143" y="312415"/>
                </a:lnTo>
                <a:lnTo>
                  <a:pt x="865965" y="301644"/>
                </a:lnTo>
                <a:lnTo>
                  <a:pt x="900190" y="281304"/>
                </a:lnTo>
                <a:lnTo>
                  <a:pt x="928647" y="253465"/>
                </a:lnTo>
                <a:lnTo>
                  <a:pt x="949159" y="220049"/>
                </a:lnTo>
                <a:lnTo>
                  <a:pt x="960575" y="182161"/>
                </a:lnTo>
                <a:lnTo>
                  <a:pt x="962161" y="168729"/>
                </a:lnTo>
                <a:lnTo>
                  <a:pt x="961699" y="153197"/>
                </a:lnTo>
                <a:lnTo>
                  <a:pt x="954002" y="110683"/>
                </a:lnTo>
                <a:lnTo>
                  <a:pt x="937808" y="74530"/>
                </a:lnTo>
                <a:lnTo>
                  <a:pt x="905158" y="36736"/>
                </a:lnTo>
                <a:lnTo>
                  <a:pt x="872878" y="16226"/>
                </a:lnTo>
                <a:lnTo>
                  <a:pt x="836699" y="3725"/>
                </a:lnTo>
                <a:lnTo>
                  <a:pt x="808846" y="470"/>
                </a:lnTo>
                <a:lnTo>
                  <a:pt x="8071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210949" y="5886480"/>
            <a:ext cx="444861" cy="643535"/>
          </a:xfrm>
          <a:custGeom>
            <a:avLst/>
            <a:gdLst/>
            <a:ahLst/>
            <a:cxnLst/>
            <a:rect l="l" t="t" r="r" b="b"/>
            <a:pathLst>
              <a:path w="444861" h="643535">
                <a:moveTo>
                  <a:pt x="170253" y="0"/>
                </a:moveTo>
                <a:lnTo>
                  <a:pt x="124158" y="5304"/>
                </a:lnTo>
                <a:lnTo>
                  <a:pt x="83629" y="20642"/>
                </a:lnTo>
                <a:lnTo>
                  <a:pt x="49807" y="44564"/>
                </a:lnTo>
                <a:lnTo>
                  <a:pt x="23834" y="75621"/>
                </a:lnTo>
                <a:lnTo>
                  <a:pt x="6851" y="112365"/>
                </a:lnTo>
                <a:lnTo>
                  <a:pt x="0" y="153344"/>
                </a:lnTo>
                <a:lnTo>
                  <a:pt x="483" y="168026"/>
                </a:lnTo>
                <a:lnTo>
                  <a:pt x="1957" y="181055"/>
                </a:lnTo>
                <a:lnTo>
                  <a:pt x="4274" y="192875"/>
                </a:lnTo>
                <a:lnTo>
                  <a:pt x="7350" y="204193"/>
                </a:lnTo>
                <a:lnTo>
                  <a:pt x="7909" y="206365"/>
                </a:lnTo>
                <a:lnTo>
                  <a:pt x="7438" y="206902"/>
                </a:lnTo>
                <a:lnTo>
                  <a:pt x="8346" y="208919"/>
                </a:lnTo>
                <a:lnTo>
                  <a:pt x="9959" y="212615"/>
                </a:lnTo>
                <a:lnTo>
                  <a:pt x="11976" y="218160"/>
                </a:lnTo>
                <a:lnTo>
                  <a:pt x="14294" y="223436"/>
                </a:lnTo>
                <a:lnTo>
                  <a:pt x="16848" y="228644"/>
                </a:lnTo>
                <a:lnTo>
                  <a:pt x="19471" y="234925"/>
                </a:lnTo>
                <a:lnTo>
                  <a:pt x="36736" y="278212"/>
                </a:lnTo>
                <a:lnTo>
                  <a:pt x="54909" y="326986"/>
                </a:lnTo>
                <a:lnTo>
                  <a:pt x="70651" y="371734"/>
                </a:lnTo>
                <a:lnTo>
                  <a:pt x="87898" y="423425"/>
                </a:lnTo>
                <a:lnTo>
                  <a:pt x="100094" y="461716"/>
                </a:lnTo>
                <a:lnTo>
                  <a:pt x="112753" y="503054"/>
                </a:lnTo>
                <a:lnTo>
                  <a:pt x="115264" y="515669"/>
                </a:lnTo>
                <a:lnTo>
                  <a:pt x="118654" y="527942"/>
                </a:lnTo>
                <a:lnTo>
                  <a:pt x="136196" y="564387"/>
                </a:lnTo>
                <a:lnTo>
                  <a:pt x="161625" y="595911"/>
                </a:lnTo>
                <a:lnTo>
                  <a:pt x="192819" y="620238"/>
                </a:lnTo>
                <a:lnTo>
                  <a:pt x="228736" y="636426"/>
                </a:lnTo>
                <a:lnTo>
                  <a:pt x="268333" y="643535"/>
                </a:lnTo>
                <a:lnTo>
                  <a:pt x="283623" y="643166"/>
                </a:lnTo>
                <a:lnTo>
                  <a:pt x="322977" y="636817"/>
                </a:lnTo>
                <a:lnTo>
                  <a:pt x="366961" y="616760"/>
                </a:lnTo>
                <a:lnTo>
                  <a:pt x="397871" y="591413"/>
                </a:lnTo>
                <a:lnTo>
                  <a:pt x="421889" y="560232"/>
                </a:lnTo>
                <a:lnTo>
                  <a:pt x="437918" y="524246"/>
                </a:lnTo>
                <a:lnTo>
                  <a:pt x="444861" y="484484"/>
                </a:lnTo>
                <a:lnTo>
                  <a:pt x="444703" y="468561"/>
                </a:lnTo>
                <a:lnTo>
                  <a:pt x="433385" y="411950"/>
                </a:lnTo>
                <a:lnTo>
                  <a:pt x="422694" y="373497"/>
                </a:lnTo>
                <a:lnTo>
                  <a:pt x="411178" y="334974"/>
                </a:lnTo>
                <a:lnTo>
                  <a:pt x="398794" y="296701"/>
                </a:lnTo>
                <a:lnTo>
                  <a:pt x="385499" y="258994"/>
                </a:lnTo>
                <a:lnTo>
                  <a:pt x="371250" y="222173"/>
                </a:lnTo>
                <a:lnTo>
                  <a:pt x="356005" y="186554"/>
                </a:lnTo>
                <a:lnTo>
                  <a:pt x="331176" y="136076"/>
                </a:lnTo>
                <a:lnTo>
                  <a:pt x="303863" y="90092"/>
                </a:lnTo>
                <a:lnTo>
                  <a:pt x="294181" y="75948"/>
                </a:lnTo>
                <a:lnTo>
                  <a:pt x="287047" y="65394"/>
                </a:lnTo>
                <a:lnTo>
                  <a:pt x="279129" y="55482"/>
                </a:lnTo>
                <a:lnTo>
                  <a:pt x="276471" y="52392"/>
                </a:lnTo>
                <a:lnTo>
                  <a:pt x="275564" y="50846"/>
                </a:lnTo>
                <a:lnTo>
                  <a:pt x="274489" y="49602"/>
                </a:lnTo>
                <a:lnTo>
                  <a:pt x="273851" y="49233"/>
                </a:lnTo>
                <a:lnTo>
                  <a:pt x="273615" y="48897"/>
                </a:lnTo>
                <a:lnTo>
                  <a:pt x="244045" y="24536"/>
                </a:lnTo>
                <a:lnTo>
                  <a:pt x="209191" y="7795"/>
                </a:lnTo>
                <a:lnTo>
                  <a:pt x="183612" y="1522"/>
                </a:lnTo>
                <a:lnTo>
                  <a:pt x="1702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695958" y="6359837"/>
            <a:ext cx="362188" cy="498162"/>
          </a:xfrm>
          <a:custGeom>
            <a:avLst/>
            <a:gdLst/>
            <a:ahLst/>
            <a:cxnLst/>
            <a:rect l="l" t="t" r="r" b="b"/>
            <a:pathLst>
              <a:path w="362188" h="498162">
                <a:moveTo>
                  <a:pt x="168605" y="0"/>
                </a:moveTo>
                <a:lnTo>
                  <a:pt x="124179" y="3405"/>
                </a:lnTo>
                <a:lnTo>
                  <a:pt x="72482" y="22741"/>
                </a:lnTo>
                <a:lnTo>
                  <a:pt x="37035" y="56277"/>
                </a:lnTo>
                <a:lnTo>
                  <a:pt x="15019" y="100559"/>
                </a:lnTo>
                <a:lnTo>
                  <a:pt x="3614" y="152131"/>
                </a:lnTo>
                <a:lnTo>
                  <a:pt x="0" y="207538"/>
                </a:lnTo>
                <a:lnTo>
                  <a:pt x="61" y="227114"/>
                </a:lnTo>
                <a:lnTo>
                  <a:pt x="2426" y="281407"/>
                </a:lnTo>
                <a:lnTo>
                  <a:pt x="14307" y="395485"/>
                </a:lnTo>
                <a:lnTo>
                  <a:pt x="33239" y="498162"/>
                </a:lnTo>
                <a:lnTo>
                  <a:pt x="362188" y="498162"/>
                </a:lnTo>
                <a:lnTo>
                  <a:pt x="346300" y="442421"/>
                </a:lnTo>
                <a:lnTo>
                  <a:pt x="326628" y="345488"/>
                </a:lnTo>
                <a:lnTo>
                  <a:pt x="314095" y="244900"/>
                </a:lnTo>
                <a:lnTo>
                  <a:pt x="312591" y="226262"/>
                </a:lnTo>
                <a:lnTo>
                  <a:pt x="311162" y="207538"/>
                </a:lnTo>
                <a:lnTo>
                  <a:pt x="309850" y="190998"/>
                </a:lnTo>
                <a:lnTo>
                  <a:pt x="303834" y="137777"/>
                </a:lnTo>
                <a:lnTo>
                  <a:pt x="292414" y="88761"/>
                </a:lnTo>
                <a:lnTo>
                  <a:pt x="271952" y="47398"/>
                </a:lnTo>
                <a:lnTo>
                  <a:pt x="238809" y="17133"/>
                </a:lnTo>
                <a:lnTo>
                  <a:pt x="189348" y="1412"/>
                </a:lnTo>
                <a:lnTo>
                  <a:pt x="1686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80999" y="3987800"/>
            <a:ext cx="7721430" cy="155575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1270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44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Sprint 80 Goals</a:t>
            </a:r>
            <a:endParaRPr lang="en-US">
              <a:ea typeface="+mn-ea"/>
            </a:endParaRPr>
          </a:p>
        </p:txBody>
      </p:sp>
      <p:sp>
        <p:nvSpPr>
          <p:cNvPr id="48" name="object 47"/>
          <p:cNvSpPr txBox="1"/>
          <p:nvPr/>
        </p:nvSpPr>
        <p:spPr>
          <a:xfrm>
            <a:off x="482600" y="5232400"/>
            <a:ext cx="8665742" cy="8128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Dubai" panose="020B0503030403030204" pitchFamily="34" charset="-78"/>
            </a:endParaRP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185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DBFD318-3E28-7852-7911-1399FCD97C46}"/>
              </a:ext>
            </a:extLst>
          </p:cNvPr>
          <p:cNvSpPr txBox="1">
            <a:spLocks/>
          </p:cNvSpPr>
          <p:nvPr/>
        </p:nvSpPr>
        <p:spPr>
          <a:xfrm>
            <a:off x="487013" y="419158"/>
            <a:ext cx="9549616" cy="46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0A36A"/>
                </a:solidFill>
              </a:rPr>
              <a:t>Sprint Goals </a:t>
            </a:r>
            <a:endParaRPr lang="en-AE" sz="2400" b="1">
              <a:solidFill>
                <a:srgbClr val="00A36A"/>
              </a:solidFill>
            </a:endParaRPr>
          </a:p>
        </p:txBody>
      </p:sp>
      <p:sp>
        <p:nvSpPr>
          <p:cNvPr id="2" name="Slide Number Placeholder 46">
            <a:extLst>
              <a:ext uri="{FF2B5EF4-FFF2-40B4-BE49-F238E27FC236}">
                <a16:creationId xmlns:a16="http://schemas.microsoft.com/office/drawing/2014/main" id="{A3D7BE89-6CB1-5726-73A8-B8299BC7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D40BD66-208D-8870-ED2A-75C27BA6C0E2}"/>
              </a:ext>
            </a:extLst>
          </p:cNvPr>
          <p:cNvGrpSpPr/>
          <p:nvPr/>
        </p:nvGrpSpPr>
        <p:grpSpPr>
          <a:xfrm>
            <a:off x="487013" y="1282659"/>
            <a:ext cx="10997063" cy="3054756"/>
            <a:chOff x="487013" y="1461192"/>
            <a:chExt cx="11074366" cy="716014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EDB5828-43E5-F4F0-14EE-AEBFE5F62053}"/>
                </a:ext>
              </a:extLst>
            </p:cNvPr>
            <p:cNvGrpSpPr/>
            <p:nvPr/>
          </p:nvGrpSpPr>
          <p:grpSpPr>
            <a:xfrm>
              <a:off x="487013" y="1465540"/>
              <a:ext cx="1185333" cy="7155799"/>
              <a:chOff x="487013" y="1386129"/>
              <a:chExt cx="1185333" cy="4227225"/>
            </a:xfrm>
            <a:solidFill>
              <a:srgbClr val="00764C"/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116290E-3E3D-452D-5318-2A2FF7EB77E8}"/>
                  </a:ext>
                </a:extLst>
              </p:cNvPr>
              <p:cNvSpPr/>
              <p:nvPr/>
            </p:nvSpPr>
            <p:spPr>
              <a:xfrm>
                <a:off x="487013" y="1386129"/>
                <a:ext cx="1185333" cy="943556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1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A2F95C0-D0EE-7C17-5384-C4ABBA7727FB}"/>
                  </a:ext>
                </a:extLst>
              </p:cNvPr>
              <p:cNvSpPr/>
              <p:nvPr/>
            </p:nvSpPr>
            <p:spPr>
              <a:xfrm>
                <a:off x="487013" y="2470172"/>
                <a:ext cx="1185333" cy="957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CE0BC9E-A065-78E5-A866-C9334A622376}"/>
                  </a:ext>
                </a:extLst>
              </p:cNvPr>
              <p:cNvSpPr/>
              <p:nvPr/>
            </p:nvSpPr>
            <p:spPr>
              <a:xfrm>
                <a:off x="487013" y="3564728"/>
                <a:ext cx="1185333" cy="957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3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77A9231-8526-0A2F-3280-A671D67BD813}"/>
                  </a:ext>
                </a:extLst>
              </p:cNvPr>
              <p:cNvSpPr/>
              <p:nvPr/>
            </p:nvSpPr>
            <p:spPr>
              <a:xfrm>
                <a:off x="487013" y="4655799"/>
                <a:ext cx="1185333" cy="957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4</a:t>
                </a: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243BC38-A34F-A726-A1ED-B43E22CC4BCD}"/>
                </a:ext>
              </a:extLst>
            </p:cNvPr>
            <p:cNvSpPr/>
            <p:nvPr/>
          </p:nvSpPr>
          <p:spPr>
            <a:xfrm>
              <a:off x="1881352" y="3306499"/>
              <a:ext cx="9680027" cy="16059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>
                <a:defRPr/>
              </a:pPr>
              <a:r>
                <a:rPr lang="en-GB" sz="1400">
                  <a:solidFill>
                    <a:schemeClr val="tx1"/>
                  </a:solidFill>
                  <a:latin typeface="Arial"/>
                  <a:cs typeface="Arial"/>
                </a:rPr>
                <a:t>Continue work on Fault Tolerance and Operational Support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778095-2349-83F5-6D9B-30C232E51392}"/>
                </a:ext>
              </a:extLst>
            </p:cNvPr>
            <p:cNvSpPr/>
            <p:nvPr/>
          </p:nvSpPr>
          <p:spPr>
            <a:xfrm>
              <a:off x="1881352" y="5159348"/>
              <a:ext cx="9680027" cy="16059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GB" sz="1400">
                  <a:solidFill>
                    <a:schemeClr val="tx1"/>
                  </a:solidFill>
                  <a:latin typeface="Arial"/>
                  <a:cs typeface="Arial"/>
                </a:rPr>
                <a:t>Submit Report and DV Insurance APP development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BCB10D9-D352-D140-E6A2-F847F75B2596}"/>
                </a:ext>
              </a:extLst>
            </p:cNvPr>
            <p:cNvSpPr/>
            <p:nvPr/>
          </p:nvSpPr>
          <p:spPr>
            <a:xfrm>
              <a:off x="1881352" y="7006301"/>
              <a:ext cx="9680027" cy="16059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>
                <a:defRPr/>
              </a:pPr>
              <a:r>
                <a:rPr lang="en-GB" sz="1400">
                  <a:solidFill>
                    <a:schemeClr val="tx1"/>
                  </a:solidFill>
                  <a:latin typeface="Arial"/>
                  <a:cs typeface="Arial"/>
                </a:rPr>
                <a:t>Continue work on App SDK development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6092D77-9C73-210C-E642-DC90421A5A17}"/>
                </a:ext>
              </a:extLst>
            </p:cNvPr>
            <p:cNvSpPr/>
            <p:nvPr/>
          </p:nvSpPr>
          <p:spPr>
            <a:xfrm>
              <a:off x="1881352" y="1461192"/>
              <a:ext cx="9680027" cy="16059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/>
              </a:pPr>
              <a:r>
                <a:rPr lang="en-GB" sz="1400">
                  <a:solidFill>
                    <a:schemeClr val="tx1"/>
                  </a:solidFill>
                  <a:latin typeface="Arial"/>
                  <a:cs typeface="Arial"/>
                </a:rPr>
                <a:t>Complete Testing of Sprint 79 items</a:t>
              </a:r>
              <a:endParaRPr lang="en-US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8242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4534" y="406855"/>
            <a:ext cx="457687" cy="162576"/>
          </a:xfrm>
          <a:custGeom>
            <a:avLst/>
            <a:gdLst/>
            <a:ahLst/>
            <a:cxnLst/>
            <a:rect l="l" t="t" r="r" b="b"/>
            <a:pathLst>
              <a:path w="457687" h="162576">
                <a:moveTo>
                  <a:pt x="111153" y="110803"/>
                </a:moveTo>
                <a:lnTo>
                  <a:pt x="79853" y="110803"/>
                </a:lnTo>
                <a:lnTo>
                  <a:pt x="88133" y="121015"/>
                </a:lnTo>
                <a:lnTo>
                  <a:pt x="97550" y="129539"/>
                </a:lnTo>
                <a:lnTo>
                  <a:pt x="108420" y="136019"/>
                </a:lnTo>
                <a:lnTo>
                  <a:pt x="121033" y="140071"/>
                </a:lnTo>
                <a:lnTo>
                  <a:pt x="133464" y="141382"/>
                </a:lnTo>
                <a:lnTo>
                  <a:pt x="218524" y="141382"/>
                </a:lnTo>
                <a:lnTo>
                  <a:pt x="226891" y="151379"/>
                </a:lnTo>
                <a:lnTo>
                  <a:pt x="237331" y="158444"/>
                </a:lnTo>
                <a:lnTo>
                  <a:pt x="249791" y="162576"/>
                </a:lnTo>
                <a:lnTo>
                  <a:pt x="267638" y="162215"/>
                </a:lnTo>
                <a:lnTo>
                  <a:pt x="281603" y="159664"/>
                </a:lnTo>
                <a:lnTo>
                  <a:pt x="292389" y="154991"/>
                </a:lnTo>
                <a:lnTo>
                  <a:pt x="300700" y="148262"/>
                </a:lnTo>
                <a:lnTo>
                  <a:pt x="305255" y="147562"/>
                </a:lnTo>
                <a:lnTo>
                  <a:pt x="262794" y="147559"/>
                </a:lnTo>
                <a:lnTo>
                  <a:pt x="232644" y="123610"/>
                </a:lnTo>
                <a:lnTo>
                  <a:pt x="136343" y="123610"/>
                </a:lnTo>
                <a:lnTo>
                  <a:pt x="122795" y="121009"/>
                </a:lnTo>
                <a:lnTo>
                  <a:pt x="112602" y="113468"/>
                </a:lnTo>
                <a:lnTo>
                  <a:pt x="111153" y="110803"/>
                </a:lnTo>
                <a:close/>
              </a:path>
              <a:path w="457687" h="162576">
                <a:moveTo>
                  <a:pt x="302686" y="64829"/>
                </a:moveTo>
                <a:lnTo>
                  <a:pt x="253254" y="64829"/>
                </a:lnTo>
                <a:lnTo>
                  <a:pt x="270847" y="64997"/>
                </a:lnTo>
                <a:lnTo>
                  <a:pt x="281728" y="68784"/>
                </a:lnTo>
                <a:lnTo>
                  <a:pt x="290353" y="81637"/>
                </a:lnTo>
                <a:lnTo>
                  <a:pt x="294202" y="92521"/>
                </a:lnTo>
                <a:lnTo>
                  <a:pt x="294291" y="94258"/>
                </a:lnTo>
                <a:lnTo>
                  <a:pt x="293514" y="113801"/>
                </a:lnTo>
                <a:lnTo>
                  <a:pt x="263341" y="147559"/>
                </a:lnTo>
                <a:lnTo>
                  <a:pt x="262810" y="147562"/>
                </a:lnTo>
                <a:lnTo>
                  <a:pt x="305274" y="147559"/>
                </a:lnTo>
                <a:lnTo>
                  <a:pt x="345477" y="141382"/>
                </a:lnTo>
                <a:lnTo>
                  <a:pt x="404218" y="141378"/>
                </a:lnTo>
                <a:lnTo>
                  <a:pt x="418985" y="139524"/>
                </a:lnTo>
                <a:lnTo>
                  <a:pt x="431706" y="134230"/>
                </a:lnTo>
                <a:lnTo>
                  <a:pt x="441481" y="126445"/>
                </a:lnTo>
                <a:lnTo>
                  <a:pt x="404218" y="126445"/>
                </a:lnTo>
                <a:lnTo>
                  <a:pt x="390795" y="123809"/>
                </a:lnTo>
                <a:lnTo>
                  <a:pt x="390170" y="123351"/>
                </a:lnTo>
                <a:lnTo>
                  <a:pt x="314064" y="123351"/>
                </a:lnTo>
                <a:lnTo>
                  <a:pt x="315559" y="117881"/>
                </a:lnTo>
                <a:lnTo>
                  <a:pt x="315669" y="117246"/>
                </a:lnTo>
                <a:lnTo>
                  <a:pt x="316301" y="112390"/>
                </a:lnTo>
                <a:lnTo>
                  <a:pt x="316241" y="103631"/>
                </a:lnTo>
                <a:lnTo>
                  <a:pt x="315212" y="91287"/>
                </a:lnTo>
                <a:lnTo>
                  <a:pt x="311726" y="78849"/>
                </a:lnTo>
                <a:lnTo>
                  <a:pt x="305961" y="68057"/>
                </a:lnTo>
                <a:lnTo>
                  <a:pt x="302686" y="64829"/>
                </a:lnTo>
                <a:close/>
              </a:path>
              <a:path w="457687" h="162576">
                <a:moveTo>
                  <a:pt x="442681" y="40921"/>
                </a:moveTo>
                <a:lnTo>
                  <a:pt x="395288" y="40921"/>
                </a:lnTo>
                <a:lnTo>
                  <a:pt x="412385" y="42312"/>
                </a:lnTo>
                <a:lnTo>
                  <a:pt x="424750" y="47822"/>
                </a:lnTo>
                <a:lnTo>
                  <a:pt x="432824" y="57063"/>
                </a:lnTo>
                <a:lnTo>
                  <a:pt x="437047" y="69649"/>
                </a:lnTo>
                <a:lnTo>
                  <a:pt x="436310" y="88762"/>
                </a:lnTo>
                <a:lnTo>
                  <a:pt x="418235" y="123749"/>
                </a:lnTo>
                <a:lnTo>
                  <a:pt x="404218" y="126445"/>
                </a:lnTo>
                <a:lnTo>
                  <a:pt x="441481" y="126445"/>
                </a:lnTo>
                <a:lnTo>
                  <a:pt x="442159" y="125904"/>
                </a:lnTo>
                <a:lnTo>
                  <a:pt x="450122" y="114951"/>
                </a:lnTo>
                <a:lnTo>
                  <a:pt x="455372" y="101778"/>
                </a:lnTo>
                <a:lnTo>
                  <a:pt x="457687" y="86790"/>
                </a:lnTo>
                <a:lnTo>
                  <a:pt x="456331" y="70588"/>
                </a:lnTo>
                <a:lnTo>
                  <a:pt x="456209" y="69649"/>
                </a:lnTo>
                <a:lnTo>
                  <a:pt x="452057" y="55354"/>
                </a:lnTo>
                <a:lnTo>
                  <a:pt x="445243" y="43456"/>
                </a:lnTo>
                <a:lnTo>
                  <a:pt x="442681" y="40921"/>
                </a:lnTo>
                <a:close/>
              </a:path>
              <a:path w="457687" h="162576">
                <a:moveTo>
                  <a:pt x="182460" y="24458"/>
                </a:moveTo>
                <a:lnTo>
                  <a:pt x="164436" y="24458"/>
                </a:lnTo>
                <a:lnTo>
                  <a:pt x="164369" y="100350"/>
                </a:lnTo>
                <a:lnTo>
                  <a:pt x="163140" y="108170"/>
                </a:lnTo>
                <a:lnTo>
                  <a:pt x="160179" y="113801"/>
                </a:lnTo>
                <a:lnTo>
                  <a:pt x="156963" y="120003"/>
                </a:lnTo>
                <a:lnTo>
                  <a:pt x="149754" y="123610"/>
                </a:lnTo>
                <a:lnTo>
                  <a:pt x="232644" y="123610"/>
                </a:lnTo>
                <a:lnTo>
                  <a:pt x="232586" y="123351"/>
                </a:lnTo>
                <a:lnTo>
                  <a:pt x="177568" y="123351"/>
                </a:lnTo>
                <a:lnTo>
                  <a:pt x="181058" y="112390"/>
                </a:lnTo>
                <a:lnTo>
                  <a:pt x="182315" y="99918"/>
                </a:lnTo>
                <a:lnTo>
                  <a:pt x="182442" y="64829"/>
                </a:lnTo>
                <a:lnTo>
                  <a:pt x="182460" y="24458"/>
                </a:lnTo>
                <a:close/>
              </a:path>
              <a:path w="457687" h="162576">
                <a:moveTo>
                  <a:pt x="103378" y="0"/>
                </a:moveTo>
                <a:lnTo>
                  <a:pt x="48781" y="0"/>
                </a:lnTo>
                <a:lnTo>
                  <a:pt x="35457" y="1923"/>
                </a:lnTo>
                <a:lnTo>
                  <a:pt x="6958" y="27819"/>
                </a:lnTo>
                <a:lnTo>
                  <a:pt x="0" y="58967"/>
                </a:lnTo>
                <a:lnTo>
                  <a:pt x="1331" y="75544"/>
                </a:lnTo>
                <a:lnTo>
                  <a:pt x="20256" y="113586"/>
                </a:lnTo>
                <a:lnTo>
                  <a:pt x="42039" y="123433"/>
                </a:lnTo>
                <a:lnTo>
                  <a:pt x="57974" y="122108"/>
                </a:lnTo>
                <a:lnTo>
                  <a:pt x="70439" y="117881"/>
                </a:lnTo>
                <a:lnTo>
                  <a:pt x="79853" y="110803"/>
                </a:lnTo>
                <a:lnTo>
                  <a:pt x="111153" y="110803"/>
                </a:lnTo>
                <a:lnTo>
                  <a:pt x="109722" y="108170"/>
                </a:lnTo>
                <a:lnTo>
                  <a:pt x="61047" y="108159"/>
                </a:lnTo>
                <a:lnTo>
                  <a:pt x="45745" y="106450"/>
                </a:lnTo>
                <a:lnTo>
                  <a:pt x="33819" y="100350"/>
                </a:lnTo>
                <a:lnTo>
                  <a:pt x="25264" y="90664"/>
                </a:lnTo>
                <a:lnTo>
                  <a:pt x="20005" y="78268"/>
                </a:lnTo>
                <a:lnTo>
                  <a:pt x="17917" y="63915"/>
                </a:lnTo>
                <a:lnTo>
                  <a:pt x="19631" y="46656"/>
                </a:lnTo>
                <a:lnTo>
                  <a:pt x="24561" y="32334"/>
                </a:lnTo>
                <a:lnTo>
                  <a:pt x="32300" y="21598"/>
                </a:lnTo>
                <a:lnTo>
                  <a:pt x="42442" y="15098"/>
                </a:lnTo>
                <a:lnTo>
                  <a:pt x="84832" y="13385"/>
                </a:lnTo>
                <a:lnTo>
                  <a:pt x="103385" y="13385"/>
                </a:lnTo>
                <a:lnTo>
                  <a:pt x="103378" y="0"/>
                </a:lnTo>
                <a:close/>
              </a:path>
              <a:path w="457687" h="162576">
                <a:moveTo>
                  <a:pt x="272814" y="47847"/>
                </a:moveTo>
                <a:lnTo>
                  <a:pt x="232245" y="55763"/>
                </a:lnTo>
                <a:lnTo>
                  <a:pt x="209224" y="96906"/>
                </a:lnTo>
                <a:lnTo>
                  <a:pt x="209233" y="106373"/>
                </a:lnTo>
                <a:lnTo>
                  <a:pt x="209353" y="113801"/>
                </a:lnTo>
                <a:lnTo>
                  <a:pt x="210682" y="122880"/>
                </a:lnTo>
                <a:lnTo>
                  <a:pt x="180399" y="123351"/>
                </a:lnTo>
                <a:lnTo>
                  <a:pt x="232586" y="123351"/>
                </a:lnTo>
                <a:lnTo>
                  <a:pt x="230453" y="113801"/>
                </a:lnTo>
                <a:lnTo>
                  <a:pt x="231000" y="96906"/>
                </a:lnTo>
                <a:lnTo>
                  <a:pt x="233343" y="85086"/>
                </a:lnTo>
                <a:lnTo>
                  <a:pt x="243201" y="71539"/>
                </a:lnTo>
                <a:lnTo>
                  <a:pt x="253254" y="64829"/>
                </a:lnTo>
                <a:lnTo>
                  <a:pt x="302686" y="64829"/>
                </a:lnTo>
                <a:lnTo>
                  <a:pt x="295591" y="57834"/>
                </a:lnTo>
                <a:lnTo>
                  <a:pt x="284644" y="51245"/>
                </a:lnTo>
                <a:lnTo>
                  <a:pt x="272814" y="47847"/>
                </a:lnTo>
                <a:close/>
              </a:path>
              <a:path w="457687" h="162576">
                <a:moveTo>
                  <a:pt x="404474" y="24716"/>
                </a:moveTo>
                <a:lnTo>
                  <a:pt x="366054" y="40002"/>
                </a:lnTo>
                <a:lnTo>
                  <a:pt x="350378" y="77989"/>
                </a:lnTo>
                <a:lnTo>
                  <a:pt x="350274" y="78849"/>
                </a:lnTo>
                <a:lnTo>
                  <a:pt x="351159" y="94258"/>
                </a:lnTo>
                <a:lnTo>
                  <a:pt x="354022" y="106989"/>
                </a:lnTo>
                <a:lnTo>
                  <a:pt x="358806" y="117426"/>
                </a:lnTo>
                <a:lnTo>
                  <a:pt x="345477" y="123351"/>
                </a:lnTo>
                <a:lnTo>
                  <a:pt x="390170" y="123351"/>
                </a:lnTo>
                <a:lnTo>
                  <a:pt x="380507" y="116276"/>
                </a:lnTo>
                <a:lnTo>
                  <a:pt x="373673" y="104407"/>
                </a:lnTo>
                <a:lnTo>
                  <a:pt x="370616" y="88762"/>
                </a:lnTo>
                <a:lnTo>
                  <a:pt x="372119" y="70588"/>
                </a:lnTo>
                <a:lnTo>
                  <a:pt x="376766" y="56458"/>
                </a:lnTo>
                <a:lnTo>
                  <a:pt x="384506" y="46519"/>
                </a:lnTo>
                <a:lnTo>
                  <a:pt x="395288" y="40921"/>
                </a:lnTo>
                <a:lnTo>
                  <a:pt x="442681" y="40921"/>
                </a:lnTo>
                <a:lnTo>
                  <a:pt x="436018" y="34328"/>
                </a:lnTo>
                <a:lnTo>
                  <a:pt x="424575" y="28137"/>
                </a:lnTo>
                <a:lnTo>
                  <a:pt x="411107" y="25049"/>
                </a:lnTo>
                <a:lnTo>
                  <a:pt x="404474" y="24716"/>
                </a:lnTo>
                <a:close/>
              </a:path>
              <a:path w="457687" h="162576">
                <a:moveTo>
                  <a:pt x="103385" y="13385"/>
                </a:moveTo>
                <a:lnTo>
                  <a:pt x="84832" y="13385"/>
                </a:lnTo>
                <a:lnTo>
                  <a:pt x="84832" y="58967"/>
                </a:lnTo>
                <a:lnTo>
                  <a:pt x="83109" y="77989"/>
                </a:lnTo>
                <a:lnTo>
                  <a:pt x="78587" y="92521"/>
                </a:lnTo>
                <a:lnTo>
                  <a:pt x="71267" y="102576"/>
                </a:lnTo>
                <a:lnTo>
                  <a:pt x="61149" y="108170"/>
                </a:lnTo>
                <a:lnTo>
                  <a:pt x="109722" y="108170"/>
                </a:lnTo>
                <a:lnTo>
                  <a:pt x="106058" y="101430"/>
                </a:lnTo>
                <a:lnTo>
                  <a:pt x="103419" y="85224"/>
                </a:lnTo>
                <a:lnTo>
                  <a:pt x="103385" y="133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62340" y="381613"/>
            <a:ext cx="131860" cy="208854"/>
          </a:xfrm>
          <a:custGeom>
            <a:avLst/>
            <a:gdLst/>
            <a:ahLst/>
            <a:cxnLst/>
            <a:rect l="l" t="t" r="r" b="b"/>
            <a:pathLst>
              <a:path w="131860" h="208854">
                <a:moveTo>
                  <a:pt x="54081" y="49701"/>
                </a:moveTo>
                <a:lnTo>
                  <a:pt x="36051" y="49701"/>
                </a:lnTo>
                <a:lnTo>
                  <a:pt x="35999" y="148592"/>
                </a:lnTo>
                <a:lnTo>
                  <a:pt x="34220" y="166001"/>
                </a:lnTo>
                <a:lnTo>
                  <a:pt x="28740" y="178972"/>
                </a:lnTo>
                <a:lnTo>
                  <a:pt x="19628" y="187276"/>
                </a:lnTo>
                <a:lnTo>
                  <a:pt x="6900" y="191194"/>
                </a:lnTo>
                <a:lnTo>
                  <a:pt x="0" y="208854"/>
                </a:lnTo>
                <a:lnTo>
                  <a:pt x="38839" y="194028"/>
                </a:lnTo>
                <a:lnTo>
                  <a:pt x="51351" y="170892"/>
                </a:lnTo>
                <a:lnTo>
                  <a:pt x="96574" y="166622"/>
                </a:lnTo>
                <a:lnTo>
                  <a:pt x="110460" y="163769"/>
                </a:lnTo>
                <a:lnTo>
                  <a:pt x="120896" y="156880"/>
                </a:lnTo>
                <a:lnTo>
                  <a:pt x="126147" y="148592"/>
                </a:lnTo>
                <a:lnTo>
                  <a:pt x="54081" y="148592"/>
                </a:lnTo>
                <a:lnTo>
                  <a:pt x="54081" y="49701"/>
                </a:lnTo>
                <a:close/>
              </a:path>
              <a:path w="131860" h="208854">
                <a:moveTo>
                  <a:pt x="131860" y="0"/>
                </a:moveTo>
                <a:lnTo>
                  <a:pt x="113836" y="0"/>
                </a:lnTo>
                <a:lnTo>
                  <a:pt x="113836" y="125162"/>
                </a:lnTo>
                <a:lnTo>
                  <a:pt x="112549" y="133399"/>
                </a:lnTo>
                <a:lnTo>
                  <a:pt x="109973" y="138035"/>
                </a:lnTo>
                <a:lnTo>
                  <a:pt x="106898" y="144186"/>
                </a:lnTo>
                <a:lnTo>
                  <a:pt x="101177" y="147685"/>
                </a:lnTo>
                <a:lnTo>
                  <a:pt x="92701" y="148592"/>
                </a:lnTo>
                <a:lnTo>
                  <a:pt x="126147" y="148592"/>
                </a:lnTo>
                <a:lnTo>
                  <a:pt x="127876" y="145864"/>
                </a:lnTo>
                <a:lnTo>
                  <a:pt x="131397" y="130728"/>
                </a:lnTo>
                <a:lnTo>
                  <a:pt x="1318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37734" y="381612"/>
            <a:ext cx="0" cy="166622"/>
          </a:xfrm>
          <a:custGeom>
            <a:avLst/>
            <a:gdLst/>
            <a:ahLst/>
            <a:cxnLst/>
            <a:rect l="l" t="t" r="r" b="b"/>
            <a:pathLst>
              <a:path h="166622">
                <a:moveTo>
                  <a:pt x="0" y="0"/>
                </a:moveTo>
                <a:lnTo>
                  <a:pt x="0" y="166622"/>
                </a:lnTo>
              </a:path>
            </a:pathLst>
          </a:custGeom>
          <a:ln w="192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8405" y="406853"/>
            <a:ext cx="184060" cy="141382"/>
          </a:xfrm>
          <a:custGeom>
            <a:avLst/>
            <a:gdLst/>
            <a:ahLst/>
            <a:cxnLst/>
            <a:rect l="l" t="t" r="r" b="b"/>
            <a:pathLst>
              <a:path w="184060" h="141382">
                <a:moveTo>
                  <a:pt x="111213" y="110805"/>
                </a:moveTo>
                <a:lnTo>
                  <a:pt x="79915" y="110805"/>
                </a:lnTo>
                <a:lnTo>
                  <a:pt x="88155" y="121040"/>
                </a:lnTo>
                <a:lnTo>
                  <a:pt x="97560" y="129583"/>
                </a:lnTo>
                <a:lnTo>
                  <a:pt x="108420" y="136064"/>
                </a:lnTo>
                <a:lnTo>
                  <a:pt x="121024" y="140116"/>
                </a:lnTo>
                <a:lnTo>
                  <a:pt x="137483" y="141382"/>
                </a:lnTo>
                <a:lnTo>
                  <a:pt x="146206" y="141382"/>
                </a:lnTo>
                <a:lnTo>
                  <a:pt x="160737" y="139277"/>
                </a:lnTo>
                <a:lnTo>
                  <a:pt x="171766" y="132971"/>
                </a:lnTo>
                <a:lnTo>
                  <a:pt x="178481" y="123612"/>
                </a:lnTo>
                <a:lnTo>
                  <a:pt x="136390" y="123610"/>
                </a:lnTo>
                <a:lnTo>
                  <a:pt x="122862" y="121017"/>
                </a:lnTo>
                <a:lnTo>
                  <a:pt x="112673" y="113492"/>
                </a:lnTo>
                <a:lnTo>
                  <a:pt x="111213" y="110805"/>
                </a:lnTo>
                <a:close/>
              </a:path>
              <a:path w="184060" h="141382">
                <a:moveTo>
                  <a:pt x="184060" y="24461"/>
                </a:moveTo>
                <a:lnTo>
                  <a:pt x="166033" y="24461"/>
                </a:lnTo>
                <a:lnTo>
                  <a:pt x="165966" y="100351"/>
                </a:lnTo>
                <a:lnTo>
                  <a:pt x="164743" y="108173"/>
                </a:lnTo>
                <a:lnTo>
                  <a:pt x="162172" y="112798"/>
                </a:lnTo>
                <a:lnTo>
                  <a:pt x="158569" y="120009"/>
                </a:lnTo>
                <a:lnTo>
                  <a:pt x="151354" y="123610"/>
                </a:lnTo>
                <a:lnTo>
                  <a:pt x="136404" y="123612"/>
                </a:lnTo>
                <a:lnTo>
                  <a:pt x="178481" y="123612"/>
                </a:lnTo>
                <a:lnTo>
                  <a:pt x="179294" y="122479"/>
                </a:lnTo>
                <a:lnTo>
                  <a:pt x="183223" y="108173"/>
                </a:lnTo>
                <a:lnTo>
                  <a:pt x="183333" y="106452"/>
                </a:lnTo>
                <a:lnTo>
                  <a:pt x="184060" y="24461"/>
                </a:lnTo>
                <a:close/>
              </a:path>
              <a:path w="184060" h="141382">
                <a:moveTo>
                  <a:pt x="103440" y="0"/>
                </a:moveTo>
                <a:lnTo>
                  <a:pt x="48841" y="0"/>
                </a:lnTo>
                <a:lnTo>
                  <a:pt x="35518" y="1923"/>
                </a:lnTo>
                <a:lnTo>
                  <a:pt x="7021" y="27822"/>
                </a:lnTo>
                <a:lnTo>
                  <a:pt x="0" y="58171"/>
                </a:lnTo>
                <a:lnTo>
                  <a:pt x="1395" y="75549"/>
                </a:lnTo>
                <a:lnTo>
                  <a:pt x="20321" y="113591"/>
                </a:lnTo>
                <a:lnTo>
                  <a:pt x="42102" y="123436"/>
                </a:lnTo>
                <a:lnTo>
                  <a:pt x="58038" y="122110"/>
                </a:lnTo>
                <a:lnTo>
                  <a:pt x="70502" y="117883"/>
                </a:lnTo>
                <a:lnTo>
                  <a:pt x="79915" y="110805"/>
                </a:lnTo>
                <a:lnTo>
                  <a:pt x="111213" y="110805"/>
                </a:lnTo>
                <a:lnTo>
                  <a:pt x="109782" y="108173"/>
                </a:lnTo>
                <a:lnTo>
                  <a:pt x="61114" y="108163"/>
                </a:lnTo>
                <a:lnTo>
                  <a:pt x="45803" y="106452"/>
                </a:lnTo>
                <a:lnTo>
                  <a:pt x="33879" y="100351"/>
                </a:lnTo>
                <a:lnTo>
                  <a:pt x="25334" y="90685"/>
                </a:lnTo>
                <a:lnTo>
                  <a:pt x="20068" y="78267"/>
                </a:lnTo>
                <a:lnTo>
                  <a:pt x="17981" y="63912"/>
                </a:lnTo>
                <a:lnTo>
                  <a:pt x="19696" y="46655"/>
                </a:lnTo>
                <a:lnTo>
                  <a:pt x="24626" y="32333"/>
                </a:lnTo>
                <a:lnTo>
                  <a:pt x="32365" y="21598"/>
                </a:lnTo>
                <a:lnTo>
                  <a:pt x="42508" y="15099"/>
                </a:lnTo>
                <a:lnTo>
                  <a:pt x="84890" y="13388"/>
                </a:lnTo>
                <a:lnTo>
                  <a:pt x="103446" y="13388"/>
                </a:lnTo>
                <a:lnTo>
                  <a:pt x="103440" y="0"/>
                </a:lnTo>
                <a:close/>
              </a:path>
              <a:path w="184060" h="141382">
                <a:moveTo>
                  <a:pt x="103446" y="13388"/>
                </a:moveTo>
                <a:lnTo>
                  <a:pt x="84890" y="13388"/>
                </a:lnTo>
                <a:lnTo>
                  <a:pt x="84890" y="58971"/>
                </a:lnTo>
                <a:lnTo>
                  <a:pt x="83168" y="77993"/>
                </a:lnTo>
                <a:lnTo>
                  <a:pt x="78647" y="92524"/>
                </a:lnTo>
                <a:lnTo>
                  <a:pt x="71327" y="102580"/>
                </a:lnTo>
                <a:lnTo>
                  <a:pt x="61207" y="108173"/>
                </a:lnTo>
                <a:lnTo>
                  <a:pt x="109782" y="108173"/>
                </a:lnTo>
                <a:lnTo>
                  <a:pt x="106118" y="101431"/>
                </a:lnTo>
                <a:lnTo>
                  <a:pt x="103480" y="85226"/>
                </a:lnTo>
                <a:lnTo>
                  <a:pt x="103446" y="13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13349" y="381613"/>
            <a:ext cx="323744" cy="208854"/>
          </a:xfrm>
          <a:custGeom>
            <a:avLst/>
            <a:gdLst/>
            <a:ahLst/>
            <a:cxnLst/>
            <a:rect l="l" t="t" r="r" b="b"/>
            <a:pathLst>
              <a:path w="323744" h="208854">
                <a:moveTo>
                  <a:pt x="58693" y="49810"/>
                </a:moveTo>
                <a:lnTo>
                  <a:pt x="20859" y="60460"/>
                </a:lnTo>
                <a:lnTo>
                  <a:pt x="1194" y="95284"/>
                </a:lnTo>
                <a:lnTo>
                  <a:pt x="0" y="106982"/>
                </a:lnTo>
                <a:lnTo>
                  <a:pt x="1082" y="121281"/>
                </a:lnTo>
                <a:lnTo>
                  <a:pt x="20768" y="156056"/>
                </a:lnTo>
                <a:lnTo>
                  <a:pt x="77505" y="166622"/>
                </a:lnTo>
                <a:lnTo>
                  <a:pt x="71502" y="179853"/>
                </a:lnTo>
                <a:lnTo>
                  <a:pt x="61835" y="188190"/>
                </a:lnTo>
                <a:lnTo>
                  <a:pt x="48552" y="191535"/>
                </a:lnTo>
                <a:lnTo>
                  <a:pt x="43767" y="191601"/>
                </a:lnTo>
                <a:lnTo>
                  <a:pt x="43767" y="208854"/>
                </a:lnTo>
                <a:lnTo>
                  <a:pt x="82421" y="194030"/>
                </a:lnTo>
                <a:lnTo>
                  <a:pt x="95083" y="170898"/>
                </a:lnTo>
                <a:lnTo>
                  <a:pt x="100693" y="166622"/>
                </a:lnTo>
                <a:lnTo>
                  <a:pt x="285883" y="166622"/>
                </a:lnTo>
                <a:lnTo>
                  <a:pt x="300418" y="164517"/>
                </a:lnTo>
                <a:lnTo>
                  <a:pt x="311449" y="158212"/>
                </a:lnTo>
                <a:lnTo>
                  <a:pt x="318166" y="148852"/>
                </a:lnTo>
                <a:lnTo>
                  <a:pt x="49689" y="148852"/>
                </a:lnTo>
                <a:lnTo>
                  <a:pt x="37331" y="145853"/>
                </a:lnTo>
                <a:lnTo>
                  <a:pt x="27497" y="136853"/>
                </a:lnTo>
                <a:lnTo>
                  <a:pt x="21438" y="124489"/>
                </a:lnTo>
                <a:lnTo>
                  <a:pt x="18810" y="112532"/>
                </a:lnTo>
                <a:lnTo>
                  <a:pt x="19786" y="97362"/>
                </a:lnTo>
                <a:lnTo>
                  <a:pt x="23228" y="86057"/>
                </a:lnTo>
                <a:lnTo>
                  <a:pt x="33603" y="73088"/>
                </a:lnTo>
                <a:lnTo>
                  <a:pt x="43631" y="67157"/>
                </a:lnTo>
                <a:lnTo>
                  <a:pt x="88823" y="67157"/>
                </a:lnTo>
                <a:lnTo>
                  <a:pt x="83147" y="59996"/>
                </a:lnTo>
                <a:lnTo>
                  <a:pt x="72197" y="53166"/>
                </a:lnTo>
                <a:lnTo>
                  <a:pt x="58693" y="49810"/>
                </a:lnTo>
                <a:close/>
              </a:path>
              <a:path w="323744" h="208854">
                <a:moveTo>
                  <a:pt x="88823" y="67157"/>
                </a:moveTo>
                <a:lnTo>
                  <a:pt x="43631" y="67157"/>
                </a:lnTo>
                <a:lnTo>
                  <a:pt x="59964" y="67954"/>
                </a:lnTo>
                <a:lnTo>
                  <a:pt x="69744" y="72411"/>
                </a:lnTo>
                <a:lnTo>
                  <a:pt x="77244" y="80354"/>
                </a:lnTo>
                <a:lnTo>
                  <a:pt x="79563" y="86787"/>
                </a:lnTo>
                <a:lnTo>
                  <a:pt x="79563" y="148592"/>
                </a:lnTo>
                <a:lnTo>
                  <a:pt x="49689" y="148852"/>
                </a:lnTo>
                <a:lnTo>
                  <a:pt x="98106" y="148852"/>
                </a:lnTo>
                <a:lnTo>
                  <a:pt x="98106" y="100952"/>
                </a:lnTo>
                <a:lnTo>
                  <a:pt x="96358" y="83928"/>
                </a:lnTo>
                <a:lnTo>
                  <a:pt x="91286" y="70263"/>
                </a:lnTo>
                <a:lnTo>
                  <a:pt x="88823" y="67157"/>
                </a:lnTo>
                <a:close/>
              </a:path>
              <a:path w="323744" h="208854">
                <a:moveTo>
                  <a:pt x="182293" y="63154"/>
                </a:moveTo>
                <a:lnTo>
                  <a:pt x="144106" y="79823"/>
                </a:lnTo>
                <a:lnTo>
                  <a:pt x="133651" y="105218"/>
                </a:lnTo>
                <a:lnTo>
                  <a:pt x="134225" y="121281"/>
                </a:lnTo>
                <a:lnTo>
                  <a:pt x="134288" y="122038"/>
                </a:lnTo>
                <a:lnTo>
                  <a:pt x="136834" y="134467"/>
                </a:lnTo>
                <a:lnTo>
                  <a:pt x="141351" y="144216"/>
                </a:lnTo>
                <a:lnTo>
                  <a:pt x="131583" y="148852"/>
                </a:lnTo>
                <a:lnTo>
                  <a:pt x="278596" y="148852"/>
                </a:lnTo>
                <a:lnTo>
                  <a:pt x="278596" y="148592"/>
                </a:lnTo>
                <a:lnTo>
                  <a:pt x="179502" y="148592"/>
                </a:lnTo>
                <a:lnTo>
                  <a:pt x="166253" y="145244"/>
                </a:lnTo>
                <a:lnTo>
                  <a:pt x="157120" y="135995"/>
                </a:lnTo>
                <a:lnTo>
                  <a:pt x="152473" y="122038"/>
                </a:lnTo>
                <a:lnTo>
                  <a:pt x="153900" y="102874"/>
                </a:lnTo>
                <a:lnTo>
                  <a:pt x="158828" y="89373"/>
                </a:lnTo>
                <a:lnTo>
                  <a:pt x="167083" y="81217"/>
                </a:lnTo>
                <a:lnTo>
                  <a:pt x="178493" y="78087"/>
                </a:lnTo>
                <a:lnTo>
                  <a:pt x="212161" y="78087"/>
                </a:lnTo>
                <a:lnTo>
                  <a:pt x="205007" y="70712"/>
                </a:lnTo>
                <a:lnTo>
                  <a:pt x="194543" y="65326"/>
                </a:lnTo>
                <a:lnTo>
                  <a:pt x="182293" y="63154"/>
                </a:lnTo>
                <a:close/>
              </a:path>
              <a:path w="323744" h="208854">
                <a:moveTo>
                  <a:pt x="323744" y="0"/>
                </a:moveTo>
                <a:lnTo>
                  <a:pt x="305721" y="0"/>
                </a:lnTo>
                <a:lnTo>
                  <a:pt x="305721" y="125162"/>
                </a:lnTo>
                <a:lnTo>
                  <a:pt x="304433" y="133399"/>
                </a:lnTo>
                <a:lnTo>
                  <a:pt x="301853" y="138035"/>
                </a:lnTo>
                <a:lnTo>
                  <a:pt x="298250" y="145249"/>
                </a:lnTo>
                <a:lnTo>
                  <a:pt x="291034" y="148852"/>
                </a:lnTo>
                <a:lnTo>
                  <a:pt x="318166" y="148852"/>
                </a:lnTo>
                <a:lnTo>
                  <a:pt x="318978" y="147721"/>
                </a:lnTo>
                <a:lnTo>
                  <a:pt x="322912" y="133399"/>
                </a:lnTo>
                <a:lnTo>
                  <a:pt x="323014" y="131339"/>
                </a:lnTo>
                <a:lnTo>
                  <a:pt x="323744" y="0"/>
                </a:lnTo>
                <a:close/>
              </a:path>
              <a:path w="323744" h="208854">
                <a:moveTo>
                  <a:pt x="212161" y="78087"/>
                </a:moveTo>
                <a:lnTo>
                  <a:pt x="178493" y="78087"/>
                </a:lnTo>
                <a:lnTo>
                  <a:pt x="192361" y="80938"/>
                </a:lnTo>
                <a:lnTo>
                  <a:pt x="201626" y="89438"/>
                </a:lnTo>
                <a:lnTo>
                  <a:pt x="206085" y="102874"/>
                </a:lnTo>
                <a:lnTo>
                  <a:pt x="206132" y="105218"/>
                </a:lnTo>
                <a:lnTo>
                  <a:pt x="205007" y="123637"/>
                </a:lnTo>
                <a:lnTo>
                  <a:pt x="200512" y="137436"/>
                </a:lnTo>
                <a:lnTo>
                  <a:pt x="192783" y="145487"/>
                </a:lnTo>
                <a:lnTo>
                  <a:pt x="181847" y="148522"/>
                </a:lnTo>
                <a:lnTo>
                  <a:pt x="179502" y="148592"/>
                </a:lnTo>
                <a:lnTo>
                  <a:pt x="213237" y="148592"/>
                </a:lnTo>
                <a:lnTo>
                  <a:pt x="220001" y="138302"/>
                </a:lnTo>
                <a:lnTo>
                  <a:pt x="224057" y="126240"/>
                </a:lnTo>
                <a:lnTo>
                  <a:pt x="223210" y="107074"/>
                </a:lnTo>
                <a:lnTo>
                  <a:pt x="219659" y="91797"/>
                </a:lnTo>
                <a:lnTo>
                  <a:pt x="219561" y="91439"/>
                </a:lnTo>
                <a:lnTo>
                  <a:pt x="213438" y="79403"/>
                </a:lnTo>
                <a:lnTo>
                  <a:pt x="212161" y="78087"/>
                </a:lnTo>
                <a:close/>
              </a:path>
              <a:path w="323744" h="208854">
                <a:moveTo>
                  <a:pt x="193071" y="24754"/>
                </a:moveTo>
                <a:lnTo>
                  <a:pt x="192896" y="43263"/>
                </a:lnTo>
                <a:lnTo>
                  <a:pt x="204700" y="47742"/>
                </a:lnTo>
                <a:lnTo>
                  <a:pt x="215776" y="54104"/>
                </a:lnTo>
                <a:lnTo>
                  <a:pt x="242213" y="83249"/>
                </a:lnTo>
                <a:lnTo>
                  <a:pt x="253239" y="123637"/>
                </a:lnTo>
                <a:lnTo>
                  <a:pt x="253297" y="135995"/>
                </a:lnTo>
                <a:lnTo>
                  <a:pt x="252642" y="141905"/>
                </a:lnTo>
                <a:lnTo>
                  <a:pt x="251094" y="148592"/>
                </a:lnTo>
                <a:lnTo>
                  <a:pt x="270153" y="148592"/>
                </a:lnTo>
                <a:lnTo>
                  <a:pt x="270664" y="142930"/>
                </a:lnTo>
                <a:lnTo>
                  <a:pt x="270874" y="138302"/>
                </a:lnTo>
                <a:lnTo>
                  <a:pt x="270921" y="131339"/>
                </a:lnTo>
                <a:lnTo>
                  <a:pt x="270271" y="117369"/>
                </a:lnTo>
                <a:lnTo>
                  <a:pt x="260586" y="80236"/>
                </a:lnTo>
                <a:lnTo>
                  <a:pt x="236250" y="48238"/>
                </a:lnTo>
                <a:lnTo>
                  <a:pt x="203514" y="27707"/>
                </a:lnTo>
                <a:lnTo>
                  <a:pt x="193071" y="24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80631" y="381612"/>
            <a:ext cx="0" cy="166625"/>
          </a:xfrm>
          <a:custGeom>
            <a:avLst/>
            <a:gdLst/>
            <a:ahLst/>
            <a:cxnLst/>
            <a:rect l="l" t="t" r="r" b="b"/>
            <a:pathLst>
              <a:path h="166625">
                <a:moveTo>
                  <a:pt x="0" y="0"/>
                </a:moveTo>
                <a:lnTo>
                  <a:pt x="0" y="166625"/>
                </a:lnTo>
              </a:path>
            </a:pathLst>
          </a:custGeom>
          <a:ln w="1929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1138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77524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43862" y="364760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7999" y="0"/>
                </a:moveTo>
                <a:lnTo>
                  <a:pt x="5189" y="0"/>
                </a:lnTo>
                <a:lnTo>
                  <a:pt x="0" y="5194"/>
                </a:lnTo>
                <a:lnTo>
                  <a:pt x="0" y="18004"/>
                </a:lnTo>
                <a:lnTo>
                  <a:pt x="5189" y="23196"/>
                </a:lnTo>
                <a:lnTo>
                  <a:pt x="17999" y="23196"/>
                </a:lnTo>
                <a:lnTo>
                  <a:pt x="23194" y="18004"/>
                </a:lnTo>
                <a:lnTo>
                  <a:pt x="23194" y="5194"/>
                </a:lnTo>
                <a:lnTo>
                  <a:pt x="17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80238" y="364760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7" y="0"/>
                </a:moveTo>
                <a:lnTo>
                  <a:pt x="5198" y="0"/>
                </a:lnTo>
                <a:lnTo>
                  <a:pt x="0" y="5194"/>
                </a:lnTo>
                <a:lnTo>
                  <a:pt x="0" y="18004"/>
                </a:lnTo>
                <a:lnTo>
                  <a:pt x="5198" y="23196"/>
                </a:lnTo>
                <a:lnTo>
                  <a:pt x="18007" y="23196"/>
                </a:lnTo>
                <a:lnTo>
                  <a:pt x="23200" y="18004"/>
                </a:lnTo>
                <a:lnTo>
                  <a:pt x="23200" y="5194"/>
                </a:lnTo>
                <a:lnTo>
                  <a:pt x="18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79115" y="390889"/>
            <a:ext cx="23196" cy="23194"/>
          </a:xfrm>
          <a:custGeom>
            <a:avLst/>
            <a:gdLst/>
            <a:ahLst/>
            <a:cxnLst/>
            <a:rect l="l" t="t" r="r" b="b"/>
            <a:pathLst>
              <a:path w="23196" h="23194">
                <a:moveTo>
                  <a:pt x="18004" y="0"/>
                </a:moveTo>
                <a:lnTo>
                  <a:pt x="5194" y="0"/>
                </a:lnTo>
                <a:lnTo>
                  <a:pt x="0" y="5187"/>
                </a:lnTo>
                <a:lnTo>
                  <a:pt x="0" y="18000"/>
                </a:lnTo>
                <a:lnTo>
                  <a:pt x="5194" y="23194"/>
                </a:lnTo>
                <a:lnTo>
                  <a:pt x="18004" y="23194"/>
                </a:lnTo>
                <a:lnTo>
                  <a:pt x="23196" y="18000"/>
                </a:lnTo>
                <a:lnTo>
                  <a:pt x="23196" y="5187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15501" y="390889"/>
            <a:ext cx="23197" cy="23194"/>
          </a:xfrm>
          <a:custGeom>
            <a:avLst/>
            <a:gdLst/>
            <a:ahLst/>
            <a:cxnLst/>
            <a:rect l="l" t="t" r="r" b="b"/>
            <a:pathLst>
              <a:path w="23197" h="23194">
                <a:moveTo>
                  <a:pt x="18006" y="0"/>
                </a:moveTo>
                <a:lnTo>
                  <a:pt x="5193" y="0"/>
                </a:lnTo>
                <a:lnTo>
                  <a:pt x="0" y="5187"/>
                </a:lnTo>
                <a:lnTo>
                  <a:pt x="0" y="18000"/>
                </a:lnTo>
                <a:lnTo>
                  <a:pt x="5193" y="23194"/>
                </a:lnTo>
                <a:lnTo>
                  <a:pt x="18006" y="23194"/>
                </a:lnTo>
                <a:lnTo>
                  <a:pt x="23197" y="18000"/>
                </a:lnTo>
                <a:lnTo>
                  <a:pt x="23197" y="5187"/>
                </a:lnTo>
                <a:lnTo>
                  <a:pt x="18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68314" y="564443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8002" y="0"/>
                </a:moveTo>
                <a:lnTo>
                  <a:pt x="5191" y="0"/>
                </a:lnTo>
                <a:lnTo>
                  <a:pt x="0" y="5195"/>
                </a:lnTo>
                <a:lnTo>
                  <a:pt x="0" y="18002"/>
                </a:lnTo>
                <a:lnTo>
                  <a:pt x="5191" y="23196"/>
                </a:lnTo>
                <a:lnTo>
                  <a:pt x="18002" y="23196"/>
                </a:lnTo>
                <a:lnTo>
                  <a:pt x="23194" y="18002"/>
                </a:lnTo>
                <a:lnTo>
                  <a:pt x="23194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04696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2" y="0"/>
                </a:moveTo>
                <a:lnTo>
                  <a:pt x="5195" y="0"/>
                </a:lnTo>
                <a:lnTo>
                  <a:pt x="0" y="5195"/>
                </a:lnTo>
                <a:lnTo>
                  <a:pt x="0" y="18002"/>
                </a:lnTo>
                <a:lnTo>
                  <a:pt x="5195" y="23196"/>
                </a:lnTo>
                <a:lnTo>
                  <a:pt x="18002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61482" y="564443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8" y="0"/>
                </a:moveTo>
                <a:lnTo>
                  <a:pt x="5198" y="0"/>
                </a:lnTo>
                <a:lnTo>
                  <a:pt x="0" y="5195"/>
                </a:lnTo>
                <a:lnTo>
                  <a:pt x="0" y="18002"/>
                </a:lnTo>
                <a:lnTo>
                  <a:pt x="5198" y="23196"/>
                </a:lnTo>
                <a:lnTo>
                  <a:pt x="18008" y="23196"/>
                </a:lnTo>
                <a:lnTo>
                  <a:pt x="23200" y="18002"/>
                </a:lnTo>
                <a:lnTo>
                  <a:pt x="23200" y="5195"/>
                </a:lnTo>
                <a:lnTo>
                  <a:pt x="18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97868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4" y="0"/>
                </a:moveTo>
                <a:lnTo>
                  <a:pt x="5194" y="0"/>
                </a:lnTo>
                <a:lnTo>
                  <a:pt x="0" y="5195"/>
                </a:lnTo>
                <a:lnTo>
                  <a:pt x="0" y="18002"/>
                </a:lnTo>
                <a:lnTo>
                  <a:pt x="5194" y="23196"/>
                </a:lnTo>
                <a:lnTo>
                  <a:pt x="18004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4558" y="729190"/>
            <a:ext cx="147326" cy="204603"/>
          </a:xfrm>
          <a:custGeom>
            <a:avLst/>
            <a:gdLst/>
            <a:ahLst/>
            <a:cxnLst/>
            <a:rect l="l" t="t" r="r" b="b"/>
            <a:pathLst>
              <a:path w="147326" h="204603">
                <a:moveTo>
                  <a:pt x="20818" y="0"/>
                </a:moveTo>
                <a:lnTo>
                  <a:pt x="0" y="0"/>
                </a:lnTo>
                <a:lnTo>
                  <a:pt x="39" y="144229"/>
                </a:lnTo>
                <a:lnTo>
                  <a:pt x="15522" y="182358"/>
                </a:lnTo>
                <a:lnTo>
                  <a:pt x="51944" y="202281"/>
                </a:lnTo>
                <a:lnTo>
                  <a:pt x="66099" y="204603"/>
                </a:lnTo>
                <a:lnTo>
                  <a:pt x="85513" y="203310"/>
                </a:lnTo>
                <a:lnTo>
                  <a:pt x="102190" y="199446"/>
                </a:lnTo>
                <a:lnTo>
                  <a:pt x="116174" y="193404"/>
                </a:lnTo>
                <a:lnTo>
                  <a:pt x="127511" y="185574"/>
                </a:lnTo>
                <a:lnTo>
                  <a:pt x="128686" y="184335"/>
                </a:lnTo>
                <a:lnTo>
                  <a:pt x="77232" y="184335"/>
                </a:lnTo>
                <a:lnTo>
                  <a:pt x="58234" y="182463"/>
                </a:lnTo>
                <a:lnTo>
                  <a:pt x="24750" y="159895"/>
                </a:lnTo>
                <a:lnTo>
                  <a:pt x="20818" y="144229"/>
                </a:lnTo>
                <a:lnTo>
                  <a:pt x="20818" y="0"/>
                </a:lnTo>
                <a:close/>
              </a:path>
              <a:path w="147326" h="204603">
                <a:moveTo>
                  <a:pt x="147326" y="0"/>
                </a:moveTo>
                <a:lnTo>
                  <a:pt x="126508" y="0"/>
                </a:lnTo>
                <a:lnTo>
                  <a:pt x="126446" y="144229"/>
                </a:lnTo>
                <a:lnTo>
                  <a:pt x="123734" y="157661"/>
                </a:lnTo>
                <a:lnTo>
                  <a:pt x="116216" y="168659"/>
                </a:lnTo>
                <a:lnTo>
                  <a:pt x="105157" y="176828"/>
                </a:lnTo>
                <a:lnTo>
                  <a:pt x="91761" y="182083"/>
                </a:lnTo>
                <a:lnTo>
                  <a:pt x="77232" y="184335"/>
                </a:lnTo>
                <a:lnTo>
                  <a:pt x="128686" y="184335"/>
                </a:lnTo>
                <a:lnTo>
                  <a:pt x="136250" y="176350"/>
                </a:lnTo>
                <a:lnTo>
                  <a:pt x="142434" y="166123"/>
                </a:lnTo>
                <a:lnTo>
                  <a:pt x="146111" y="155285"/>
                </a:lnTo>
                <a:lnTo>
                  <a:pt x="147326" y="144229"/>
                </a:lnTo>
                <a:lnTo>
                  <a:pt x="1473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80116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2" y="0"/>
                </a:moveTo>
                <a:lnTo>
                  <a:pt x="81587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80" y="197024"/>
                </a:lnTo>
                <a:lnTo>
                  <a:pt x="29679" y="186812"/>
                </a:lnTo>
                <a:lnTo>
                  <a:pt x="34442" y="175163"/>
                </a:lnTo>
                <a:lnTo>
                  <a:pt x="39888" y="162029"/>
                </a:lnTo>
                <a:lnTo>
                  <a:pt x="47857" y="143054"/>
                </a:lnTo>
                <a:lnTo>
                  <a:pt x="153854" y="143054"/>
                </a:lnTo>
                <a:lnTo>
                  <a:pt x="146450" y="124372"/>
                </a:lnTo>
                <a:lnTo>
                  <a:pt x="55567" y="124372"/>
                </a:lnTo>
                <a:lnTo>
                  <a:pt x="89730" y="28468"/>
                </a:lnTo>
                <a:lnTo>
                  <a:pt x="108444" y="28468"/>
                </a:lnTo>
                <a:lnTo>
                  <a:pt x="97162" y="0"/>
                </a:lnTo>
                <a:close/>
              </a:path>
              <a:path w="178739" h="205849">
                <a:moveTo>
                  <a:pt x="153854" y="143054"/>
                </a:moveTo>
                <a:lnTo>
                  <a:pt x="131237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4" y="143054"/>
                </a:lnTo>
                <a:close/>
              </a:path>
              <a:path w="178739" h="205849">
                <a:moveTo>
                  <a:pt x="108444" y="28468"/>
                </a:moveTo>
                <a:lnTo>
                  <a:pt x="89730" y="28468"/>
                </a:lnTo>
                <a:lnTo>
                  <a:pt x="123126" y="124372"/>
                </a:lnTo>
                <a:lnTo>
                  <a:pt x="146450" y="124372"/>
                </a:lnTo>
                <a:lnTo>
                  <a:pt x="108444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85874" y="925830"/>
            <a:ext cx="119887" cy="0"/>
          </a:xfrm>
          <a:custGeom>
            <a:avLst/>
            <a:gdLst/>
            <a:ahLst/>
            <a:cxnLst/>
            <a:rect l="l" t="t" r="r" b="b"/>
            <a:pathLst>
              <a:path w="119887">
                <a:moveTo>
                  <a:pt x="0" y="0"/>
                </a:moveTo>
                <a:lnTo>
                  <a:pt x="119887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96283" y="753109"/>
            <a:ext cx="0" cy="162560"/>
          </a:xfrm>
          <a:custGeom>
            <a:avLst/>
            <a:gdLst/>
            <a:ahLst/>
            <a:cxnLst/>
            <a:rect l="l" t="t" r="r" b="b"/>
            <a:pathLst>
              <a:path h="162560">
                <a:moveTo>
                  <a:pt x="0" y="0"/>
                </a:moveTo>
                <a:lnTo>
                  <a:pt x="0" y="162560"/>
                </a:lnTo>
              </a:path>
            </a:pathLst>
          </a:custGeom>
          <a:ln w="2208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85874" y="834389"/>
            <a:ext cx="117449" cy="0"/>
          </a:xfrm>
          <a:custGeom>
            <a:avLst/>
            <a:gdLst/>
            <a:ahLst/>
            <a:cxnLst/>
            <a:rect l="l" t="t" r="r" b="b"/>
            <a:pathLst>
              <a:path w="117449">
                <a:moveTo>
                  <a:pt x="0" y="0"/>
                </a:moveTo>
                <a:lnTo>
                  <a:pt x="117449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85874" y="742950"/>
            <a:ext cx="119585" cy="0"/>
          </a:xfrm>
          <a:custGeom>
            <a:avLst/>
            <a:gdLst/>
            <a:ahLst/>
            <a:cxnLst/>
            <a:rect l="l" t="t" r="r" b="b"/>
            <a:pathLst>
              <a:path w="119585">
                <a:moveTo>
                  <a:pt x="0" y="0"/>
                </a:moveTo>
                <a:lnTo>
                  <a:pt x="119585" y="0"/>
                </a:lnTo>
              </a:path>
            </a:pathLst>
          </a:custGeom>
          <a:ln w="2158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23321" y="732720"/>
            <a:ext cx="136893" cy="203104"/>
          </a:xfrm>
          <a:custGeom>
            <a:avLst/>
            <a:gdLst/>
            <a:ahLst/>
            <a:cxnLst/>
            <a:rect l="l" t="t" r="r" b="b"/>
            <a:pathLst>
              <a:path w="136893" h="203104">
                <a:moveTo>
                  <a:pt x="72899" y="0"/>
                </a:moveTo>
                <a:lnTo>
                  <a:pt x="0" y="0"/>
                </a:lnTo>
                <a:lnTo>
                  <a:pt x="0" y="203104"/>
                </a:lnTo>
                <a:lnTo>
                  <a:pt x="20815" y="203104"/>
                </a:lnTo>
                <a:lnTo>
                  <a:pt x="20815" y="132083"/>
                </a:lnTo>
                <a:lnTo>
                  <a:pt x="72899" y="132083"/>
                </a:lnTo>
                <a:lnTo>
                  <a:pt x="89783" y="130223"/>
                </a:lnTo>
                <a:lnTo>
                  <a:pt x="103984" y="125028"/>
                </a:lnTo>
                <a:lnTo>
                  <a:pt x="115562" y="117077"/>
                </a:lnTo>
                <a:lnTo>
                  <a:pt x="120194" y="111875"/>
                </a:lnTo>
                <a:lnTo>
                  <a:pt x="20815" y="111875"/>
                </a:lnTo>
                <a:lnTo>
                  <a:pt x="20815" y="20815"/>
                </a:lnTo>
                <a:lnTo>
                  <a:pt x="120522" y="20815"/>
                </a:lnTo>
                <a:lnTo>
                  <a:pt x="118933" y="18653"/>
                </a:lnTo>
                <a:lnTo>
                  <a:pt x="108562" y="9857"/>
                </a:lnTo>
                <a:lnTo>
                  <a:pt x="95727" y="3590"/>
                </a:lnTo>
                <a:lnTo>
                  <a:pt x="80371" y="344"/>
                </a:lnTo>
                <a:lnTo>
                  <a:pt x="72899" y="0"/>
                </a:lnTo>
                <a:close/>
              </a:path>
              <a:path w="136893" h="203104">
                <a:moveTo>
                  <a:pt x="120522" y="20815"/>
                </a:moveTo>
                <a:lnTo>
                  <a:pt x="72899" y="20815"/>
                </a:lnTo>
                <a:lnTo>
                  <a:pt x="89069" y="23468"/>
                </a:lnTo>
                <a:lnTo>
                  <a:pt x="101409" y="30609"/>
                </a:lnTo>
                <a:lnTo>
                  <a:pt x="110050" y="41010"/>
                </a:lnTo>
                <a:lnTo>
                  <a:pt x="115120" y="53443"/>
                </a:lnTo>
                <a:lnTo>
                  <a:pt x="113940" y="73632"/>
                </a:lnTo>
                <a:lnTo>
                  <a:pt x="92462" y="107186"/>
                </a:lnTo>
                <a:lnTo>
                  <a:pt x="72899" y="111875"/>
                </a:lnTo>
                <a:lnTo>
                  <a:pt x="120194" y="111875"/>
                </a:lnTo>
                <a:lnTo>
                  <a:pt x="124579" y="106950"/>
                </a:lnTo>
                <a:lnTo>
                  <a:pt x="131099" y="95226"/>
                </a:lnTo>
                <a:lnTo>
                  <a:pt x="135183" y="82484"/>
                </a:lnTo>
                <a:lnTo>
                  <a:pt x="136893" y="69304"/>
                </a:lnTo>
                <a:lnTo>
                  <a:pt x="135818" y="55303"/>
                </a:lnTo>
                <a:lnTo>
                  <a:pt x="132504" y="41867"/>
                </a:lnTo>
                <a:lnTo>
                  <a:pt x="126894" y="29486"/>
                </a:lnTo>
                <a:lnTo>
                  <a:pt x="120522" y="20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61997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0" y="0"/>
                </a:moveTo>
                <a:lnTo>
                  <a:pt x="81583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79" y="197024"/>
                </a:lnTo>
                <a:lnTo>
                  <a:pt x="29678" y="186811"/>
                </a:lnTo>
                <a:lnTo>
                  <a:pt x="34440" y="175162"/>
                </a:lnTo>
                <a:lnTo>
                  <a:pt x="39886" y="162027"/>
                </a:lnTo>
                <a:lnTo>
                  <a:pt x="46036" y="147358"/>
                </a:lnTo>
                <a:lnTo>
                  <a:pt x="47861" y="143054"/>
                </a:lnTo>
                <a:lnTo>
                  <a:pt x="153853" y="143054"/>
                </a:lnTo>
                <a:lnTo>
                  <a:pt x="146449" y="124372"/>
                </a:lnTo>
                <a:lnTo>
                  <a:pt x="55563" y="124372"/>
                </a:lnTo>
                <a:lnTo>
                  <a:pt x="89728" y="28468"/>
                </a:lnTo>
                <a:lnTo>
                  <a:pt x="108442" y="28468"/>
                </a:lnTo>
                <a:lnTo>
                  <a:pt x="97160" y="0"/>
                </a:lnTo>
                <a:close/>
              </a:path>
              <a:path w="178739" h="205849">
                <a:moveTo>
                  <a:pt x="153853" y="143054"/>
                </a:moveTo>
                <a:lnTo>
                  <a:pt x="131235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3" y="143054"/>
                </a:lnTo>
                <a:close/>
              </a:path>
              <a:path w="178739" h="205849">
                <a:moveTo>
                  <a:pt x="108442" y="28468"/>
                </a:moveTo>
                <a:lnTo>
                  <a:pt x="89728" y="28468"/>
                </a:lnTo>
                <a:lnTo>
                  <a:pt x="123122" y="124372"/>
                </a:lnTo>
                <a:lnTo>
                  <a:pt x="146449" y="124372"/>
                </a:lnTo>
                <a:lnTo>
                  <a:pt x="108442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62543" y="729199"/>
            <a:ext cx="145829" cy="206947"/>
          </a:xfrm>
          <a:custGeom>
            <a:avLst/>
            <a:gdLst/>
            <a:ahLst/>
            <a:cxnLst/>
            <a:rect l="l" t="t" r="r" b="b"/>
            <a:pathLst>
              <a:path w="145829" h="206947">
                <a:moveTo>
                  <a:pt x="20928" y="153304"/>
                </a:moveTo>
                <a:lnTo>
                  <a:pt x="0" y="153715"/>
                </a:lnTo>
                <a:lnTo>
                  <a:pt x="104" y="154529"/>
                </a:lnTo>
                <a:lnTo>
                  <a:pt x="2575" y="165157"/>
                </a:lnTo>
                <a:lnTo>
                  <a:pt x="39086" y="200929"/>
                </a:lnTo>
                <a:lnTo>
                  <a:pt x="71571" y="206947"/>
                </a:lnTo>
                <a:lnTo>
                  <a:pt x="86155" y="205774"/>
                </a:lnTo>
                <a:lnTo>
                  <a:pt x="100306" y="202323"/>
                </a:lnTo>
                <a:lnTo>
                  <a:pt x="113475" y="196699"/>
                </a:lnTo>
                <a:lnTo>
                  <a:pt x="125112" y="189004"/>
                </a:lnTo>
                <a:lnTo>
                  <a:pt x="127430" y="186659"/>
                </a:lnTo>
                <a:lnTo>
                  <a:pt x="75353" y="186659"/>
                </a:lnTo>
                <a:lnTo>
                  <a:pt x="60278" y="185328"/>
                </a:lnTo>
                <a:lnTo>
                  <a:pt x="46299" y="181295"/>
                </a:lnTo>
                <a:lnTo>
                  <a:pt x="34435" y="174643"/>
                </a:lnTo>
                <a:lnTo>
                  <a:pt x="25705" y="165458"/>
                </a:lnTo>
                <a:lnTo>
                  <a:pt x="21057" y="153896"/>
                </a:lnTo>
                <a:lnTo>
                  <a:pt x="20928" y="153304"/>
                </a:lnTo>
                <a:close/>
              </a:path>
              <a:path w="145829" h="206947">
                <a:moveTo>
                  <a:pt x="77130" y="0"/>
                </a:moveTo>
                <a:lnTo>
                  <a:pt x="35531" y="8175"/>
                </a:lnTo>
                <a:lnTo>
                  <a:pt x="2968" y="45727"/>
                </a:lnTo>
                <a:lnTo>
                  <a:pt x="1341" y="57157"/>
                </a:lnTo>
                <a:lnTo>
                  <a:pt x="1541" y="62941"/>
                </a:lnTo>
                <a:lnTo>
                  <a:pt x="21095" y="99108"/>
                </a:lnTo>
                <a:lnTo>
                  <a:pt x="60198" y="111923"/>
                </a:lnTo>
                <a:lnTo>
                  <a:pt x="77694" y="113902"/>
                </a:lnTo>
                <a:lnTo>
                  <a:pt x="93196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3"/>
                </a:lnTo>
                <a:lnTo>
                  <a:pt x="114720" y="170841"/>
                </a:lnTo>
                <a:lnTo>
                  <a:pt x="103616" y="179008"/>
                </a:lnTo>
                <a:lnTo>
                  <a:pt x="90103" y="184349"/>
                </a:lnTo>
                <a:lnTo>
                  <a:pt x="75353" y="186659"/>
                </a:lnTo>
                <a:lnTo>
                  <a:pt x="127430" y="186659"/>
                </a:lnTo>
                <a:lnTo>
                  <a:pt x="134666" y="179341"/>
                </a:lnTo>
                <a:lnTo>
                  <a:pt x="141587" y="167815"/>
                </a:lnTo>
                <a:lnTo>
                  <a:pt x="145325" y="154529"/>
                </a:lnTo>
                <a:lnTo>
                  <a:pt x="145829" y="143417"/>
                </a:lnTo>
                <a:lnTo>
                  <a:pt x="145309" y="138675"/>
                </a:lnTo>
                <a:lnTo>
                  <a:pt x="120495" y="104839"/>
                </a:lnTo>
                <a:lnTo>
                  <a:pt x="80155" y="93498"/>
                </a:lnTo>
                <a:lnTo>
                  <a:pt x="61079" y="91283"/>
                </a:lnTo>
                <a:lnTo>
                  <a:pt x="46883" y="88331"/>
                </a:lnTo>
                <a:lnTo>
                  <a:pt x="34393" y="82757"/>
                </a:lnTo>
                <a:lnTo>
                  <a:pt x="25472" y="73345"/>
                </a:lnTo>
                <a:lnTo>
                  <a:pt x="23284" y="55802"/>
                </a:lnTo>
                <a:lnTo>
                  <a:pt x="24655" y="44730"/>
                </a:lnTo>
                <a:lnTo>
                  <a:pt x="56479" y="21658"/>
                </a:lnTo>
                <a:lnTo>
                  <a:pt x="72075" y="19775"/>
                </a:lnTo>
                <a:lnTo>
                  <a:pt x="124910" y="19775"/>
                </a:lnTo>
                <a:lnTo>
                  <a:pt x="114721" y="11456"/>
                </a:lnTo>
                <a:lnTo>
                  <a:pt x="102678" y="5384"/>
                </a:lnTo>
                <a:lnTo>
                  <a:pt x="89902" y="1641"/>
                </a:lnTo>
                <a:lnTo>
                  <a:pt x="77130" y="0"/>
                </a:lnTo>
                <a:close/>
              </a:path>
              <a:path w="145829" h="206947">
                <a:moveTo>
                  <a:pt x="124910" y="19775"/>
                </a:moveTo>
                <a:lnTo>
                  <a:pt x="72075" y="19775"/>
                </a:lnTo>
                <a:lnTo>
                  <a:pt x="84816" y="21039"/>
                </a:lnTo>
                <a:lnTo>
                  <a:pt x="97673" y="25134"/>
                </a:lnTo>
                <a:lnTo>
                  <a:pt x="109022" y="32515"/>
                </a:lnTo>
                <a:lnTo>
                  <a:pt x="117241" y="43636"/>
                </a:lnTo>
                <a:lnTo>
                  <a:pt x="139051" y="45927"/>
                </a:lnTo>
                <a:lnTo>
                  <a:pt x="133647" y="31500"/>
                </a:lnTo>
                <a:lnTo>
                  <a:pt x="125290" y="20086"/>
                </a:lnTo>
                <a:lnTo>
                  <a:pt x="124910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43602" y="729199"/>
            <a:ext cx="145826" cy="206945"/>
          </a:xfrm>
          <a:custGeom>
            <a:avLst/>
            <a:gdLst/>
            <a:ahLst/>
            <a:cxnLst/>
            <a:rect l="l" t="t" r="r" b="b"/>
            <a:pathLst>
              <a:path w="145826" h="206945">
                <a:moveTo>
                  <a:pt x="20925" y="153304"/>
                </a:moveTo>
                <a:lnTo>
                  <a:pt x="0" y="153717"/>
                </a:lnTo>
                <a:lnTo>
                  <a:pt x="100" y="154526"/>
                </a:lnTo>
                <a:lnTo>
                  <a:pt x="2572" y="165157"/>
                </a:lnTo>
                <a:lnTo>
                  <a:pt x="39084" y="200926"/>
                </a:lnTo>
                <a:lnTo>
                  <a:pt x="71570" y="206945"/>
                </a:lnTo>
                <a:lnTo>
                  <a:pt x="86153" y="205772"/>
                </a:lnTo>
                <a:lnTo>
                  <a:pt x="100305" y="202321"/>
                </a:lnTo>
                <a:lnTo>
                  <a:pt x="113474" y="196696"/>
                </a:lnTo>
                <a:lnTo>
                  <a:pt x="125110" y="189001"/>
                </a:lnTo>
                <a:lnTo>
                  <a:pt x="127426" y="186659"/>
                </a:lnTo>
                <a:lnTo>
                  <a:pt x="75353" y="186659"/>
                </a:lnTo>
                <a:lnTo>
                  <a:pt x="60277" y="185328"/>
                </a:lnTo>
                <a:lnTo>
                  <a:pt x="46298" y="181295"/>
                </a:lnTo>
                <a:lnTo>
                  <a:pt x="34434" y="174644"/>
                </a:lnTo>
                <a:lnTo>
                  <a:pt x="25703" y="165460"/>
                </a:lnTo>
                <a:lnTo>
                  <a:pt x="21054" y="153896"/>
                </a:lnTo>
                <a:lnTo>
                  <a:pt x="20925" y="153304"/>
                </a:lnTo>
                <a:close/>
              </a:path>
              <a:path w="145826" h="206945">
                <a:moveTo>
                  <a:pt x="77130" y="0"/>
                </a:moveTo>
                <a:lnTo>
                  <a:pt x="35529" y="8174"/>
                </a:lnTo>
                <a:lnTo>
                  <a:pt x="2967" y="45727"/>
                </a:lnTo>
                <a:lnTo>
                  <a:pt x="1339" y="57157"/>
                </a:lnTo>
                <a:lnTo>
                  <a:pt x="1539" y="62941"/>
                </a:lnTo>
                <a:lnTo>
                  <a:pt x="21092" y="99108"/>
                </a:lnTo>
                <a:lnTo>
                  <a:pt x="60194" y="111923"/>
                </a:lnTo>
                <a:lnTo>
                  <a:pt x="77691" y="113902"/>
                </a:lnTo>
                <a:lnTo>
                  <a:pt x="93193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1"/>
                </a:lnTo>
                <a:lnTo>
                  <a:pt x="114721" y="170839"/>
                </a:lnTo>
                <a:lnTo>
                  <a:pt x="103617" y="179006"/>
                </a:lnTo>
                <a:lnTo>
                  <a:pt x="90103" y="184348"/>
                </a:lnTo>
                <a:lnTo>
                  <a:pt x="75353" y="186659"/>
                </a:lnTo>
                <a:lnTo>
                  <a:pt x="127426" y="186659"/>
                </a:lnTo>
                <a:lnTo>
                  <a:pt x="134664" y="179339"/>
                </a:lnTo>
                <a:lnTo>
                  <a:pt x="141585" y="167813"/>
                </a:lnTo>
                <a:lnTo>
                  <a:pt x="145323" y="154526"/>
                </a:lnTo>
                <a:lnTo>
                  <a:pt x="145826" y="143445"/>
                </a:lnTo>
                <a:lnTo>
                  <a:pt x="145315" y="138738"/>
                </a:lnTo>
                <a:lnTo>
                  <a:pt x="120499" y="104873"/>
                </a:lnTo>
                <a:lnTo>
                  <a:pt x="80229" y="93507"/>
                </a:lnTo>
                <a:lnTo>
                  <a:pt x="64813" y="91786"/>
                </a:lnTo>
                <a:lnTo>
                  <a:pt x="50058" y="89050"/>
                </a:lnTo>
                <a:lnTo>
                  <a:pt x="37236" y="84298"/>
                </a:lnTo>
                <a:lnTo>
                  <a:pt x="27623" y="76527"/>
                </a:lnTo>
                <a:lnTo>
                  <a:pt x="22492" y="64734"/>
                </a:lnTo>
                <a:lnTo>
                  <a:pt x="22891" y="50217"/>
                </a:lnTo>
                <a:lnTo>
                  <a:pt x="59832" y="20873"/>
                </a:lnTo>
                <a:lnTo>
                  <a:pt x="72071" y="19775"/>
                </a:lnTo>
                <a:lnTo>
                  <a:pt x="124908" y="19775"/>
                </a:lnTo>
                <a:lnTo>
                  <a:pt x="114720" y="11457"/>
                </a:lnTo>
                <a:lnTo>
                  <a:pt x="102677" y="5385"/>
                </a:lnTo>
                <a:lnTo>
                  <a:pt x="89900" y="1641"/>
                </a:lnTo>
                <a:lnTo>
                  <a:pt x="77130" y="0"/>
                </a:lnTo>
                <a:close/>
              </a:path>
              <a:path w="145826" h="206945">
                <a:moveTo>
                  <a:pt x="124908" y="19775"/>
                </a:moveTo>
                <a:lnTo>
                  <a:pt x="72071" y="19775"/>
                </a:lnTo>
                <a:lnTo>
                  <a:pt x="84814" y="21039"/>
                </a:lnTo>
                <a:lnTo>
                  <a:pt x="97671" y="25134"/>
                </a:lnTo>
                <a:lnTo>
                  <a:pt x="109020" y="32514"/>
                </a:lnTo>
                <a:lnTo>
                  <a:pt x="117240" y="43633"/>
                </a:lnTo>
                <a:lnTo>
                  <a:pt x="139051" y="45927"/>
                </a:lnTo>
                <a:lnTo>
                  <a:pt x="133646" y="31500"/>
                </a:lnTo>
                <a:lnTo>
                  <a:pt x="125290" y="20086"/>
                </a:lnTo>
                <a:lnTo>
                  <a:pt x="124908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07146" y="357837"/>
            <a:ext cx="562007" cy="587436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148342" y="2883663"/>
            <a:ext cx="3043657" cy="723860"/>
          </a:xfrm>
          <a:custGeom>
            <a:avLst/>
            <a:gdLst/>
            <a:ahLst/>
            <a:cxnLst/>
            <a:rect l="l" t="t" r="r" b="b"/>
            <a:pathLst>
              <a:path w="3043657" h="723860">
                <a:moveTo>
                  <a:pt x="1672306" y="0"/>
                </a:moveTo>
                <a:lnTo>
                  <a:pt x="1591026" y="366"/>
                </a:lnTo>
                <a:lnTo>
                  <a:pt x="1510289" y="2832"/>
                </a:lnTo>
                <a:lnTo>
                  <a:pt x="1430091" y="7384"/>
                </a:lnTo>
                <a:lnTo>
                  <a:pt x="1350431" y="14015"/>
                </a:lnTo>
                <a:lnTo>
                  <a:pt x="1271304" y="22713"/>
                </a:lnTo>
                <a:lnTo>
                  <a:pt x="1192710" y="33468"/>
                </a:lnTo>
                <a:lnTo>
                  <a:pt x="1114644" y="46269"/>
                </a:lnTo>
                <a:lnTo>
                  <a:pt x="1037106" y="61107"/>
                </a:lnTo>
                <a:lnTo>
                  <a:pt x="960091" y="77970"/>
                </a:lnTo>
                <a:lnTo>
                  <a:pt x="883597" y="96850"/>
                </a:lnTo>
                <a:lnTo>
                  <a:pt x="807622" y="117735"/>
                </a:lnTo>
                <a:lnTo>
                  <a:pt x="732163" y="140615"/>
                </a:lnTo>
                <a:lnTo>
                  <a:pt x="657218" y="165479"/>
                </a:lnTo>
                <a:lnTo>
                  <a:pt x="582783" y="192319"/>
                </a:lnTo>
                <a:lnTo>
                  <a:pt x="508857" y="221122"/>
                </a:lnTo>
                <a:lnTo>
                  <a:pt x="435436" y="251879"/>
                </a:lnTo>
                <a:lnTo>
                  <a:pt x="362518" y="284580"/>
                </a:lnTo>
                <a:lnTo>
                  <a:pt x="290100" y="319214"/>
                </a:lnTo>
                <a:lnTo>
                  <a:pt x="218180" y="355771"/>
                </a:lnTo>
                <a:lnTo>
                  <a:pt x="146756" y="394241"/>
                </a:lnTo>
                <a:lnTo>
                  <a:pt x="102559" y="420180"/>
                </a:lnTo>
                <a:lnTo>
                  <a:pt x="62462" y="448697"/>
                </a:lnTo>
                <a:lnTo>
                  <a:pt x="29787" y="480824"/>
                </a:lnTo>
                <a:lnTo>
                  <a:pt x="7858" y="517597"/>
                </a:lnTo>
                <a:lnTo>
                  <a:pt x="0" y="560050"/>
                </a:lnTo>
                <a:lnTo>
                  <a:pt x="1081" y="575642"/>
                </a:lnTo>
                <a:lnTo>
                  <a:pt x="17151" y="627276"/>
                </a:lnTo>
                <a:lnTo>
                  <a:pt x="37426" y="662321"/>
                </a:lnTo>
                <a:lnTo>
                  <a:pt x="70804" y="698347"/>
                </a:lnTo>
                <a:lnTo>
                  <a:pt x="107652" y="718009"/>
                </a:lnTo>
                <a:lnTo>
                  <a:pt x="147252" y="723860"/>
                </a:lnTo>
                <a:lnTo>
                  <a:pt x="160940" y="723183"/>
                </a:lnTo>
                <a:lnTo>
                  <a:pt x="203097" y="714588"/>
                </a:lnTo>
                <a:lnTo>
                  <a:pt x="246337" y="698136"/>
                </a:lnTo>
                <a:lnTo>
                  <a:pt x="289943" y="676379"/>
                </a:lnTo>
                <a:lnTo>
                  <a:pt x="431260" y="604040"/>
                </a:lnTo>
                <a:lnTo>
                  <a:pt x="572585" y="539865"/>
                </a:lnTo>
                <a:lnTo>
                  <a:pt x="713918" y="483761"/>
                </a:lnTo>
                <a:lnTo>
                  <a:pt x="855257" y="435639"/>
                </a:lnTo>
                <a:lnTo>
                  <a:pt x="996601" y="395405"/>
                </a:lnTo>
                <a:lnTo>
                  <a:pt x="1137950" y="362970"/>
                </a:lnTo>
                <a:lnTo>
                  <a:pt x="1279303" y="338242"/>
                </a:lnTo>
                <a:lnTo>
                  <a:pt x="1420658" y="321129"/>
                </a:lnTo>
                <a:lnTo>
                  <a:pt x="1562015" y="311541"/>
                </a:lnTo>
                <a:lnTo>
                  <a:pt x="1703373" y="309386"/>
                </a:lnTo>
                <a:lnTo>
                  <a:pt x="3043657" y="309386"/>
                </a:lnTo>
                <a:lnTo>
                  <a:pt x="3043657" y="289957"/>
                </a:lnTo>
                <a:lnTo>
                  <a:pt x="2962100" y="255242"/>
                </a:lnTo>
                <a:lnTo>
                  <a:pt x="2885105" y="224661"/>
                </a:lnTo>
                <a:lnTo>
                  <a:pt x="2807647" y="195964"/>
                </a:lnTo>
                <a:lnTo>
                  <a:pt x="2729721" y="169164"/>
                </a:lnTo>
                <a:lnTo>
                  <a:pt x="2651325" y="144277"/>
                </a:lnTo>
                <a:lnTo>
                  <a:pt x="2572454" y="121317"/>
                </a:lnTo>
                <a:lnTo>
                  <a:pt x="2493103" y="100298"/>
                </a:lnTo>
                <a:lnTo>
                  <a:pt x="2413268" y="81234"/>
                </a:lnTo>
                <a:lnTo>
                  <a:pt x="2332946" y="64140"/>
                </a:lnTo>
                <a:lnTo>
                  <a:pt x="2252131" y="49029"/>
                </a:lnTo>
                <a:lnTo>
                  <a:pt x="2170821" y="35917"/>
                </a:lnTo>
                <a:lnTo>
                  <a:pt x="2089010" y="24817"/>
                </a:lnTo>
                <a:lnTo>
                  <a:pt x="2006695" y="15743"/>
                </a:lnTo>
                <a:lnTo>
                  <a:pt x="1923871" y="8710"/>
                </a:lnTo>
                <a:lnTo>
                  <a:pt x="1840534" y="3732"/>
                </a:lnTo>
                <a:lnTo>
                  <a:pt x="1756681" y="824"/>
                </a:lnTo>
                <a:lnTo>
                  <a:pt x="1672306" y="0"/>
                </a:lnTo>
                <a:close/>
              </a:path>
              <a:path w="3043657" h="723860">
                <a:moveTo>
                  <a:pt x="3043657" y="309386"/>
                </a:moveTo>
                <a:lnTo>
                  <a:pt x="1703373" y="309386"/>
                </a:lnTo>
                <a:lnTo>
                  <a:pt x="1844731" y="314573"/>
                </a:lnTo>
                <a:lnTo>
                  <a:pt x="1986088" y="327010"/>
                </a:lnTo>
                <a:lnTo>
                  <a:pt x="2127444" y="346607"/>
                </a:lnTo>
                <a:lnTo>
                  <a:pt x="2268796" y="373272"/>
                </a:lnTo>
                <a:lnTo>
                  <a:pt x="2410145" y="406914"/>
                </a:lnTo>
                <a:lnTo>
                  <a:pt x="2551490" y="447441"/>
                </a:lnTo>
                <a:lnTo>
                  <a:pt x="2692829" y="494762"/>
                </a:lnTo>
                <a:lnTo>
                  <a:pt x="2834161" y="548787"/>
                </a:lnTo>
                <a:lnTo>
                  <a:pt x="2975487" y="609424"/>
                </a:lnTo>
                <a:lnTo>
                  <a:pt x="3043657" y="641820"/>
                </a:lnTo>
                <a:lnTo>
                  <a:pt x="3043657" y="3093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885330" y="4977029"/>
            <a:ext cx="318059" cy="317160"/>
          </a:xfrm>
          <a:custGeom>
            <a:avLst/>
            <a:gdLst/>
            <a:ahLst/>
            <a:cxnLst/>
            <a:rect l="l" t="t" r="r" b="b"/>
            <a:pathLst>
              <a:path w="318059" h="317160">
                <a:moveTo>
                  <a:pt x="169508" y="0"/>
                </a:moveTo>
                <a:lnTo>
                  <a:pt x="123623" y="5350"/>
                </a:lnTo>
                <a:lnTo>
                  <a:pt x="83232" y="20772"/>
                </a:lnTo>
                <a:lnTo>
                  <a:pt x="49405" y="44909"/>
                </a:lnTo>
                <a:lnTo>
                  <a:pt x="23610" y="76004"/>
                </a:lnTo>
                <a:lnTo>
                  <a:pt x="6718" y="112906"/>
                </a:lnTo>
                <a:lnTo>
                  <a:pt x="0" y="154058"/>
                </a:lnTo>
                <a:lnTo>
                  <a:pt x="642" y="169271"/>
                </a:lnTo>
                <a:lnTo>
                  <a:pt x="9954" y="212047"/>
                </a:lnTo>
                <a:lnTo>
                  <a:pt x="29152" y="249437"/>
                </a:lnTo>
                <a:lnTo>
                  <a:pt x="56701" y="280038"/>
                </a:lnTo>
                <a:lnTo>
                  <a:pt x="91066" y="302447"/>
                </a:lnTo>
                <a:lnTo>
                  <a:pt x="130712" y="315262"/>
                </a:lnTo>
                <a:lnTo>
                  <a:pt x="144835" y="317160"/>
                </a:lnTo>
                <a:lnTo>
                  <a:pt x="161035" y="316642"/>
                </a:lnTo>
                <a:lnTo>
                  <a:pt x="206060" y="308082"/>
                </a:lnTo>
                <a:lnTo>
                  <a:pt x="244919" y="290111"/>
                </a:lnTo>
                <a:lnTo>
                  <a:pt x="276574" y="264139"/>
                </a:lnTo>
                <a:lnTo>
                  <a:pt x="299986" y="231577"/>
                </a:lnTo>
                <a:lnTo>
                  <a:pt x="314119" y="193836"/>
                </a:lnTo>
                <a:lnTo>
                  <a:pt x="318059" y="158736"/>
                </a:lnTo>
                <a:lnTo>
                  <a:pt x="317387" y="144044"/>
                </a:lnTo>
                <a:lnTo>
                  <a:pt x="307775" y="102441"/>
                </a:lnTo>
                <a:lnTo>
                  <a:pt x="288020" y="65795"/>
                </a:lnTo>
                <a:lnTo>
                  <a:pt x="259726" y="35707"/>
                </a:lnTo>
                <a:lnTo>
                  <a:pt x="224497" y="13778"/>
                </a:lnTo>
                <a:lnTo>
                  <a:pt x="183936" y="1610"/>
                </a:lnTo>
                <a:lnTo>
                  <a:pt x="169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653346" y="3698473"/>
            <a:ext cx="317130" cy="318062"/>
          </a:xfrm>
          <a:custGeom>
            <a:avLst/>
            <a:gdLst/>
            <a:ahLst/>
            <a:cxnLst/>
            <a:rect l="l" t="t" r="r" b="b"/>
            <a:pathLst>
              <a:path w="317130" h="318062">
                <a:moveTo>
                  <a:pt x="163057" y="0"/>
                </a:moveTo>
                <a:lnTo>
                  <a:pt x="118803" y="5679"/>
                </a:lnTo>
                <a:lnTo>
                  <a:pt x="79470" y="21761"/>
                </a:lnTo>
                <a:lnTo>
                  <a:pt x="46460" y="46707"/>
                </a:lnTo>
                <a:lnTo>
                  <a:pt x="21174" y="78981"/>
                </a:lnTo>
                <a:lnTo>
                  <a:pt x="5012" y="117046"/>
                </a:lnTo>
                <a:lnTo>
                  <a:pt x="0" y="144880"/>
                </a:lnTo>
                <a:lnTo>
                  <a:pt x="517" y="161080"/>
                </a:lnTo>
                <a:lnTo>
                  <a:pt x="9076" y="206104"/>
                </a:lnTo>
                <a:lnTo>
                  <a:pt x="27047" y="244958"/>
                </a:lnTo>
                <a:lnTo>
                  <a:pt x="53021" y="276605"/>
                </a:lnTo>
                <a:lnTo>
                  <a:pt x="85589" y="300007"/>
                </a:lnTo>
                <a:lnTo>
                  <a:pt x="123343" y="314129"/>
                </a:lnTo>
                <a:lnTo>
                  <a:pt x="158424" y="318062"/>
                </a:lnTo>
                <a:lnTo>
                  <a:pt x="173114" y="317389"/>
                </a:lnTo>
                <a:lnTo>
                  <a:pt x="214712" y="307778"/>
                </a:lnTo>
                <a:lnTo>
                  <a:pt x="251355" y="288022"/>
                </a:lnTo>
                <a:lnTo>
                  <a:pt x="281440" y="259726"/>
                </a:lnTo>
                <a:lnTo>
                  <a:pt x="303364" y="224492"/>
                </a:lnTo>
                <a:lnTo>
                  <a:pt x="315524" y="183923"/>
                </a:lnTo>
                <a:lnTo>
                  <a:pt x="317130" y="169491"/>
                </a:lnTo>
                <a:lnTo>
                  <a:pt x="316554" y="153663"/>
                </a:lnTo>
                <a:lnTo>
                  <a:pt x="307681" y="109488"/>
                </a:lnTo>
                <a:lnTo>
                  <a:pt x="289222" y="71190"/>
                </a:lnTo>
                <a:lnTo>
                  <a:pt x="262632" y="39941"/>
                </a:lnTo>
                <a:lnTo>
                  <a:pt x="229369" y="16915"/>
                </a:lnTo>
                <a:lnTo>
                  <a:pt x="190889" y="3286"/>
                </a:lnTo>
                <a:lnTo>
                  <a:pt x="1630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25417" y="5414608"/>
            <a:ext cx="456676" cy="1012010"/>
          </a:xfrm>
          <a:custGeom>
            <a:avLst/>
            <a:gdLst/>
            <a:ahLst/>
            <a:cxnLst/>
            <a:rect l="l" t="t" r="r" b="b"/>
            <a:pathLst>
              <a:path w="456676" h="1012010">
                <a:moveTo>
                  <a:pt x="297596" y="0"/>
                </a:moveTo>
                <a:lnTo>
                  <a:pt x="256815" y="5378"/>
                </a:lnTo>
                <a:lnTo>
                  <a:pt x="220037" y="20574"/>
                </a:lnTo>
                <a:lnTo>
                  <a:pt x="188647" y="44072"/>
                </a:lnTo>
                <a:lnTo>
                  <a:pt x="163801" y="74499"/>
                </a:lnTo>
                <a:lnTo>
                  <a:pt x="159047" y="81220"/>
                </a:lnTo>
                <a:lnTo>
                  <a:pt x="158408" y="82800"/>
                </a:lnTo>
                <a:lnTo>
                  <a:pt x="157836" y="84345"/>
                </a:lnTo>
                <a:lnTo>
                  <a:pt x="157199" y="85925"/>
                </a:lnTo>
                <a:lnTo>
                  <a:pt x="127347" y="164754"/>
                </a:lnTo>
                <a:lnTo>
                  <a:pt x="109367" y="220064"/>
                </a:lnTo>
                <a:lnTo>
                  <a:pt x="93157" y="274856"/>
                </a:lnTo>
                <a:lnTo>
                  <a:pt x="78625" y="328849"/>
                </a:lnTo>
                <a:lnTo>
                  <a:pt x="65682" y="381759"/>
                </a:lnTo>
                <a:lnTo>
                  <a:pt x="54235" y="433303"/>
                </a:lnTo>
                <a:lnTo>
                  <a:pt x="44193" y="483200"/>
                </a:lnTo>
                <a:lnTo>
                  <a:pt x="35465" y="531166"/>
                </a:lnTo>
                <a:lnTo>
                  <a:pt x="27960" y="576919"/>
                </a:lnTo>
                <a:lnTo>
                  <a:pt x="21586" y="620176"/>
                </a:lnTo>
                <a:lnTo>
                  <a:pt x="16253" y="660655"/>
                </a:lnTo>
                <a:lnTo>
                  <a:pt x="8341" y="732147"/>
                </a:lnTo>
                <a:lnTo>
                  <a:pt x="3495" y="789134"/>
                </a:lnTo>
                <a:lnTo>
                  <a:pt x="984" y="829355"/>
                </a:lnTo>
                <a:lnTo>
                  <a:pt x="0" y="853304"/>
                </a:lnTo>
                <a:lnTo>
                  <a:pt x="672" y="867994"/>
                </a:lnTo>
                <a:lnTo>
                  <a:pt x="10283" y="909592"/>
                </a:lnTo>
                <a:lnTo>
                  <a:pt x="30039" y="946235"/>
                </a:lnTo>
                <a:lnTo>
                  <a:pt x="58335" y="976320"/>
                </a:lnTo>
                <a:lnTo>
                  <a:pt x="93604" y="998258"/>
                </a:lnTo>
                <a:lnTo>
                  <a:pt x="134139" y="1010403"/>
                </a:lnTo>
                <a:lnTo>
                  <a:pt x="148570" y="1012010"/>
                </a:lnTo>
                <a:lnTo>
                  <a:pt x="164157" y="1011477"/>
                </a:lnTo>
                <a:lnTo>
                  <a:pt x="207455" y="1003126"/>
                </a:lnTo>
                <a:lnTo>
                  <a:pt x="244865" y="985691"/>
                </a:lnTo>
                <a:lnTo>
                  <a:pt x="275502" y="960514"/>
                </a:lnTo>
                <a:lnTo>
                  <a:pt x="298476" y="928939"/>
                </a:lnTo>
                <a:lnTo>
                  <a:pt x="312900" y="892309"/>
                </a:lnTo>
                <a:lnTo>
                  <a:pt x="313792" y="889529"/>
                </a:lnTo>
                <a:lnTo>
                  <a:pt x="313827" y="888655"/>
                </a:lnTo>
                <a:lnTo>
                  <a:pt x="316238" y="876308"/>
                </a:lnTo>
                <a:lnTo>
                  <a:pt x="317730" y="863685"/>
                </a:lnTo>
                <a:lnTo>
                  <a:pt x="317507" y="847023"/>
                </a:lnTo>
                <a:lnTo>
                  <a:pt x="316540" y="837846"/>
                </a:lnTo>
                <a:lnTo>
                  <a:pt x="320321" y="784903"/>
                </a:lnTo>
                <a:lnTo>
                  <a:pt x="325233" y="733580"/>
                </a:lnTo>
                <a:lnTo>
                  <a:pt x="331133" y="683994"/>
                </a:lnTo>
                <a:lnTo>
                  <a:pt x="337879" y="636264"/>
                </a:lnTo>
                <a:lnTo>
                  <a:pt x="345327" y="590509"/>
                </a:lnTo>
                <a:lnTo>
                  <a:pt x="353333" y="546847"/>
                </a:lnTo>
                <a:lnTo>
                  <a:pt x="361754" y="505397"/>
                </a:lnTo>
                <a:lnTo>
                  <a:pt x="370446" y="466277"/>
                </a:lnTo>
                <a:lnTo>
                  <a:pt x="388073" y="395501"/>
                </a:lnTo>
                <a:lnTo>
                  <a:pt x="405067" y="335467"/>
                </a:lnTo>
                <a:lnTo>
                  <a:pt x="420281" y="287124"/>
                </a:lnTo>
                <a:lnTo>
                  <a:pt x="437255" y="238603"/>
                </a:lnTo>
                <a:lnTo>
                  <a:pt x="443773" y="221718"/>
                </a:lnTo>
                <a:lnTo>
                  <a:pt x="456092" y="172664"/>
                </a:lnTo>
                <a:lnTo>
                  <a:pt x="456676" y="159560"/>
                </a:lnTo>
                <a:lnTo>
                  <a:pt x="456006" y="144818"/>
                </a:lnTo>
                <a:lnTo>
                  <a:pt x="446426" y="103101"/>
                </a:lnTo>
                <a:lnTo>
                  <a:pt x="426732" y="66379"/>
                </a:lnTo>
                <a:lnTo>
                  <a:pt x="398518" y="36235"/>
                </a:lnTo>
                <a:lnTo>
                  <a:pt x="363377" y="14251"/>
                </a:lnTo>
                <a:lnTo>
                  <a:pt x="322904" y="2011"/>
                </a:lnTo>
                <a:lnTo>
                  <a:pt x="308504" y="369"/>
                </a:lnTo>
                <a:lnTo>
                  <a:pt x="2975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634548" y="4264774"/>
            <a:ext cx="3557451" cy="2593225"/>
          </a:xfrm>
          <a:custGeom>
            <a:avLst/>
            <a:gdLst/>
            <a:ahLst/>
            <a:cxnLst/>
            <a:rect l="l" t="t" r="r" b="b"/>
            <a:pathLst>
              <a:path w="3557451" h="2593225">
                <a:moveTo>
                  <a:pt x="2264456" y="0"/>
                </a:moveTo>
                <a:lnTo>
                  <a:pt x="2053808" y="9709"/>
                </a:lnTo>
                <a:lnTo>
                  <a:pt x="1842173" y="39556"/>
                </a:lnTo>
                <a:lnTo>
                  <a:pt x="1630895" y="90223"/>
                </a:lnTo>
                <a:lnTo>
                  <a:pt x="1421322" y="162390"/>
                </a:lnTo>
                <a:lnTo>
                  <a:pt x="1232507" y="246005"/>
                </a:lnTo>
                <a:lnTo>
                  <a:pt x="1058031" y="339956"/>
                </a:lnTo>
                <a:lnTo>
                  <a:pt x="897685" y="443675"/>
                </a:lnTo>
                <a:lnTo>
                  <a:pt x="751262" y="556597"/>
                </a:lnTo>
                <a:lnTo>
                  <a:pt x="618553" y="678157"/>
                </a:lnTo>
                <a:lnTo>
                  <a:pt x="499351" y="807788"/>
                </a:lnTo>
                <a:lnTo>
                  <a:pt x="393447" y="944924"/>
                </a:lnTo>
                <a:lnTo>
                  <a:pt x="300634" y="1089001"/>
                </a:lnTo>
                <a:lnTo>
                  <a:pt x="220703" y="1239452"/>
                </a:lnTo>
                <a:lnTo>
                  <a:pt x="153447" y="1395712"/>
                </a:lnTo>
                <a:lnTo>
                  <a:pt x="98656" y="1557214"/>
                </a:lnTo>
                <a:lnTo>
                  <a:pt x="56125" y="1723393"/>
                </a:lnTo>
                <a:lnTo>
                  <a:pt x="25643" y="1893683"/>
                </a:lnTo>
                <a:lnTo>
                  <a:pt x="7004" y="2067519"/>
                </a:lnTo>
                <a:lnTo>
                  <a:pt x="0" y="2244334"/>
                </a:lnTo>
                <a:lnTo>
                  <a:pt x="4421" y="2423564"/>
                </a:lnTo>
                <a:lnTo>
                  <a:pt x="19075" y="2593225"/>
                </a:lnTo>
                <a:lnTo>
                  <a:pt x="335287" y="2593225"/>
                </a:lnTo>
                <a:lnTo>
                  <a:pt x="327888" y="2545508"/>
                </a:lnTo>
                <a:lnTo>
                  <a:pt x="314035" y="2356112"/>
                </a:lnTo>
                <a:lnTo>
                  <a:pt x="315703" y="2170872"/>
                </a:lnTo>
                <a:lnTo>
                  <a:pt x="332362" y="1990483"/>
                </a:lnTo>
                <a:lnTo>
                  <a:pt x="363480" y="1815640"/>
                </a:lnTo>
                <a:lnTo>
                  <a:pt x="408527" y="1647038"/>
                </a:lnTo>
                <a:lnTo>
                  <a:pt x="466973" y="1485374"/>
                </a:lnTo>
                <a:lnTo>
                  <a:pt x="538287" y="1331341"/>
                </a:lnTo>
                <a:lnTo>
                  <a:pt x="621938" y="1185636"/>
                </a:lnTo>
                <a:lnTo>
                  <a:pt x="717396" y="1048953"/>
                </a:lnTo>
                <a:lnTo>
                  <a:pt x="824130" y="921988"/>
                </a:lnTo>
                <a:lnTo>
                  <a:pt x="941610" y="805436"/>
                </a:lnTo>
                <a:lnTo>
                  <a:pt x="1069306" y="699992"/>
                </a:lnTo>
                <a:lnTo>
                  <a:pt x="1206686" y="606351"/>
                </a:lnTo>
                <a:lnTo>
                  <a:pt x="1353219" y="525210"/>
                </a:lnTo>
                <a:lnTo>
                  <a:pt x="1508377" y="457262"/>
                </a:lnTo>
                <a:lnTo>
                  <a:pt x="1671627" y="403203"/>
                </a:lnTo>
                <a:lnTo>
                  <a:pt x="1842439" y="363730"/>
                </a:lnTo>
                <a:lnTo>
                  <a:pt x="2020284" y="339535"/>
                </a:lnTo>
                <a:lnTo>
                  <a:pt x="2204629" y="331316"/>
                </a:lnTo>
                <a:lnTo>
                  <a:pt x="3439351" y="331316"/>
                </a:lnTo>
                <a:lnTo>
                  <a:pt x="3432183" y="326473"/>
                </a:lnTo>
                <a:lnTo>
                  <a:pt x="3255741" y="229667"/>
                </a:lnTo>
                <a:lnTo>
                  <a:pt x="3070232" y="148910"/>
                </a:lnTo>
                <a:lnTo>
                  <a:pt x="2877003" y="84883"/>
                </a:lnTo>
                <a:lnTo>
                  <a:pt x="2677400" y="38268"/>
                </a:lnTo>
                <a:lnTo>
                  <a:pt x="2472768" y="9746"/>
                </a:lnTo>
                <a:lnTo>
                  <a:pt x="2264456" y="0"/>
                </a:lnTo>
                <a:close/>
              </a:path>
              <a:path w="3557451" h="2593225">
                <a:moveTo>
                  <a:pt x="3439351" y="331316"/>
                </a:moveTo>
                <a:lnTo>
                  <a:pt x="2204629" y="331316"/>
                </a:lnTo>
                <a:lnTo>
                  <a:pt x="2373897" y="336648"/>
                </a:lnTo>
                <a:lnTo>
                  <a:pt x="2537229" y="352468"/>
                </a:lnTo>
                <a:lnTo>
                  <a:pt x="2694331" y="378508"/>
                </a:lnTo>
                <a:lnTo>
                  <a:pt x="2844903" y="414502"/>
                </a:lnTo>
                <a:lnTo>
                  <a:pt x="2988651" y="460184"/>
                </a:lnTo>
                <a:lnTo>
                  <a:pt x="3125276" y="515287"/>
                </a:lnTo>
                <a:lnTo>
                  <a:pt x="3254482" y="579544"/>
                </a:lnTo>
                <a:lnTo>
                  <a:pt x="3375972" y="652690"/>
                </a:lnTo>
                <a:lnTo>
                  <a:pt x="3489448" y="734457"/>
                </a:lnTo>
                <a:lnTo>
                  <a:pt x="3557451" y="792732"/>
                </a:lnTo>
                <a:lnTo>
                  <a:pt x="3557451" y="411108"/>
                </a:lnTo>
                <a:lnTo>
                  <a:pt x="3439351" y="331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29272" y="3996324"/>
            <a:ext cx="7379" cy="2063"/>
          </a:xfrm>
          <a:custGeom>
            <a:avLst/>
            <a:gdLst/>
            <a:ahLst/>
            <a:cxnLst/>
            <a:rect l="l" t="t" r="r" b="b"/>
            <a:pathLst>
              <a:path w="7379" h="2063">
                <a:moveTo>
                  <a:pt x="7379" y="0"/>
                </a:moveTo>
                <a:lnTo>
                  <a:pt x="3695" y="1089"/>
                </a:lnTo>
                <a:lnTo>
                  <a:pt x="0" y="2063"/>
                </a:lnTo>
                <a:lnTo>
                  <a:pt x="369" y="2030"/>
                </a:lnTo>
                <a:lnTo>
                  <a:pt x="4065" y="1391"/>
                </a:lnTo>
                <a:lnTo>
                  <a:pt x="73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382355" y="3688061"/>
            <a:ext cx="1876182" cy="1478979"/>
          </a:xfrm>
          <a:custGeom>
            <a:avLst/>
            <a:gdLst/>
            <a:ahLst/>
            <a:cxnLst/>
            <a:rect l="l" t="t" r="r" b="b"/>
            <a:pathLst>
              <a:path w="1876182" h="1478979">
                <a:moveTo>
                  <a:pt x="1722300" y="0"/>
                </a:moveTo>
                <a:lnTo>
                  <a:pt x="1682547" y="5812"/>
                </a:lnTo>
                <a:lnTo>
                  <a:pt x="1621133" y="24798"/>
                </a:lnTo>
                <a:lnTo>
                  <a:pt x="1583399" y="37259"/>
                </a:lnTo>
                <a:lnTo>
                  <a:pt x="1546286" y="50125"/>
                </a:lnTo>
                <a:lnTo>
                  <a:pt x="1509755" y="63396"/>
                </a:lnTo>
                <a:lnTo>
                  <a:pt x="1473768" y="77068"/>
                </a:lnTo>
                <a:lnTo>
                  <a:pt x="1438284" y="91138"/>
                </a:lnTo>
                <a:lnTo>
                  <a:pt x="1368672" y="120463"/>
                </a:lnTo>
                <a:lnTo>
                  <a:pt x="1300607" y="151349"/>
                </a:lnTo>
                <a:lnTo>
                  <a:pt x="1233777" y="183776"/>
                </a:lnTo>
                <a:lnTo>
                  <a:pt x="1167870" y="217722"/>
                </a:lnTo>
                <a:lnTo>
                  <a:pt x="1102573" y="253165"/>
                </a:lnTo>
                <a:lnTo>
                  <a:pt x="1037574" y="290084"/>
                </a:lnTo>
                <a:lnTo>
                  <a:pt x="972560" y="328459"/>
                </a:lnTo>
                <a:lnTo>
                  <a:pt x="928137" y="355586"/>
                </a:lnTo>
                <a:lnTo>
                  <a:pt x="884572" y="383131"/>
                </a:lnTo>
                <a:lnTo>
                  <a:pt x="841809" y="411168"/>
                </a:lnTo>
                <a:lnTo>
                  <a:pt x="799794" y="439771"/>
                </a:lnTo>
                <a:lnTo>
                  <a:pt x="758471" y="469012"/>
                </a:lnTo>
                <a:lnTo>
                  <a:pt x="717785" y="498965"/>
                </a:lnTo>
                <a:lnTo>
                  <a:pt x="677679" y="529703"/>
                </a:lnTo>
                <a:lnTo>
                  <a:pt x="638098" y="561299"/>
                </a:lnTo>
                <a:lnTo>
                  <a:pt x="598988" y="593828"/>
                </a:lnTo>
                <a:lnTo>
                  <a:pt x="560291" y="627361"/>
                </a:lnTo>
                <a:lnTo>
                  <a:pt x="521954" y="661973"/>
                </a:lnTo>
                <a:lnTo>
                  <a:pt x="483920" y="697737"/>
                </a:lnTo>
                <a:lnTo>
                  <a:pt x="446134" y="734726"/>
                </a:lnTo>
                <a:lnTo>
                  <a:pt x="408540" y="773013"/>
                </a:lnTo>
                <a:lnTo>
                  <a:pt x="371083" y="812672"/>
                </a:lnTo>
                <a:lnTo>
                  <a:pt x="333708" y="853776"/>
                </a:lnTo>
                <a:lnTo>
                  <a:pt x="296358" y="896398"/>
                </a:lnTo>
                <a:lnTo>
                  <a:pt x="258979" y="940612"/>
                </a:lnTo>
                <a:lnTo>
                  <a:pt x="221515" y="986491"/>
                </a:lnTo>
                <a:lnTo>
                  <a:pt x="183911" y="1034108"/>
                </a:lnTo>
                <a:lnTo>
                  <a:pt x="177522" y="1042132"/>
                </a:lnTo>
                <a:lnTo>
                  <a:pt x="170640" y="1050427"/>
                </a:lnTo>
                <a:lnTo>
                  <a:pt x="163322" y="1058981"/>
                </a:lnTo>
                <a:lnTo>
                  <a:pt x="155622" y="1067783"/>
                </a:lnTo>
                <a:lnTo>
                  <a:pt x="113326" y="1115131"/>
                </a:lnTo>
                <a:lnTo>
                  <a:pt x="104494" y="1125189"/>
                </a:lnTo>
                <a:lnTo>
                  <a:pt x="78245" y="1156339"/>
                </a:lnTo>
                <a:lnTo>
                  <a:pt x="53527" y="1188719"/>
                </a:lnTo>
                <a:lnTo>
                  <a:pt x="45885" y="1199733"/>
                </a:lnTo>
                <a:lnTo>
                  <a:pt x="36990" y="1210908"/>
                </a:lnTo>
                <a:lnTo>
                  <a:pt x="16491" y="1244734"/>
                </a:lnTo>
                <a:lnTo>
                  <a:pt x="2900" y="1291944"/>
                </a:lnTo>
                <a:lnTo>
                  <a:pt x="0" y="1315885"/>
                </a:lnTo>
                <a:lnTo>
                  <a:pt x="23" y="1327718"/>
                </a:lnTo>
                <a:lnTo>
                  <a:pt x="11194" y="1374055"/>
                </a:lnTo>
                <a:lnTo>
                  <a:pt x="32705" y="1407664"/>
                </a:lnTo>
                <a:lnTo>
                  <a:pt x="48924" y="1424786"/>
                </a:lnTo>
                <a:lnTo>
                  <a:pt x="50503" y="1426299"/>
                </a:lnTo>
                <a:lnTo>
                  <a:pt x="70296" y="1442731"/>
                </a:lnTo>
                <a:lnTo>
                  <a:pt x="71103" y="1443302"/>
                </a:lnTo>
                <a:lnTo>
                  <a:pt x="96003" y="1459415"/>
                </a:lnTo>
                <a:lnTo>
                  <a:pt x="120001" y="1470482"/>
                </a:lnTo>
                <a:lnTo>
                  <a:pt x="143118" y="1476878"/>
                </a:lnTo>
                <a:lnTo>
                  <a:pt x="165377" y="1478979"/>
                </a:lnTo>
                <a:lnTo>
                  <a:pt x="186800" y="1477159"/>
                </a:lnTo>
                <a:lnTo>
                  <a:pt x="227226" y="1463259"/>
                </a:lnTo>
                <a:lnTo>
                  <a:pt x="264576" y="1438178"/>
                </a:lnTo>
                <a:lnTo>
                  <a:pt x="299025" y="1404920"/>
                </a:lnTo>
                <a:lnTo>
                  <a:pt x="330753" y="1366484"/>
                </a:lnTo>
                <a:lnTo>
                  <a:pt x="359937" y="1325872"/>
                </a:lnTo>
                <a:lnTo>
                  <a:pt x="386755" y="1286086"/>
                </a:lnTo>
                <a:lnTo>
                  <a:pt x="399332" y="1267441"/>
                </a:lnTo>
                <a:lnTo>
                  <a:pt x="422935" y="1234521"/>
                </a:lnTo>
                <a:lnTo>
                  <a:pt x="482325" y="1159438"/>
                </a:lnTo>
                <a:lnTo>
                  <a:pt x="541644" y="1087946"/>
                </a:lnTo>
                <a:lnTo>
                  <a:pt x="601025" y="1019952"/>
                </a:lnTo>
                <a:lnTo>
                  <a:pt x="660597" y="955365"/>
                </a:lnTo>
                <a:lnTo>
                  <a:pt x="720492" y="894094"/>
                </a:lnTo>
                <a:lnTo>
                  <a:pt x="780841" y="836046"/>
                </a:lnTo>
                <a:lnTo>
                  <a:pt x="841776" y="781129"/>
                </a:lnTo>
                <a:lnTo>
                  <a:pt x="903428" y="729251"/>
                </a:lnTo>
                <a:lnTo>
                  <a:pt x="965928" y="680321"/>
                </a:lnTo>
                <a:lnTo>
                  <a:pt x="1029406" y="634246"/>
                </a:lnTo>
                <a:lnTo>
                  <a:pt x="1093995" y="590936"/>
                </a:lnTo>
                <a:lnTo>
                  <a:pt x="1159825" y="550297"/>
                </a:lnTo>
                <a:lnTo>
                  <a:pt x="1227027" y="512238"/>
                </a:lnTo>
                <a:lnTo>
                  <a:pt x="1295733" y="476667"/>
                </a:lnTo>
                <a:lnTo>
                  <a:pt x="1366075" y="443493"/>
                </a:lnTo>
                <a:lnTo>
                  <a:pt x="1438182" y="412622"/>
                </a:lnTo>
                <a:lnTo>
                  <a:pt x="1512186" y="383964"/>
                </a:lnTo>
                <a:lnTo>
                  <a:pt x="1588220" y="357427"/>
                </a:lnTo>
                <a:lnTo>
                  <a:pt x="1666412" y="332918"/>
                </a:lnTo>
                <a:lnTo>
                  <a:pt x="1746896" y="310346"/>
                </a:lnTo>
                <a:lnTo>
                  <a:pt x="1750626" y="309338"/>
                </a:lnTo>
                <a:lnTo>
                  <a:pt x="1754255" y="308296"/>
                </a:lnTo>
                <a:lnTo>
                  <a:pt x="1793686" y="293834"/>
                </a:lnTo>
                <a:lnTo>
                  <a:pt x="1826966" y="268840"/>
                </a:lnTo>
                <a:lnTo>
                  <a:pt x="1852342" y="238430"/>
                </a:lnTo>
                <a:lnTo>
                  <a:pt x="1869014" y="203488"/>
                </a:lnTo>
                <a:lnTo>
                  <a:pt x="1876182" y="164902"/>
                </a:lnTo>
                <a:lnTo>
                  <a:pt x="1875977" y="148978"/>
                </a:lnTo>
                <a:lnTo>
                  <a:pt x="1875004" y="136910"/>
                </a:lnTo>
                <a:lnTo>
                  <a:pt x="1873347" y="126634"/>
                </a:lnTo>
                <a:lnTo>
                  <a:pt x="1872843" y="124013"/>
                </a:lnTo>
                <a:lnTo>
                  <a:pt x="1871936" y="121594"/>
                </a:lnTo>
                <a:lnTo>
                  <a:pt x="1871330" y="119005"/>
                </a:lnTo>
                <a:lnTo>
                  <a:pt x="1856332" y="80855"/>
                </a:lnTo>
                <a:lnTo>
                  <a:pt x="1832434" y="48319"/>
                </a:lnTo>
                <a:lnTo>
                  <a:pt x="1801132" y="22957"/>
                </a:lnTo>
                <a:lnTo>
                  <a:pt x="1763921" y="6331"/>
                </a:lnTo>
                <a:lnTo>
                  <a:pt x="1736572" y="870"/>
                </a:lnTo>
                <a:lnTo>
                  <a:pt x="1722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567572" y="3601025"/>
            <a:ext cx="1624428" cy="684492"/>
          </a:xfrm>
          <a:custGeom>
            <a:avLst/>
            <a:gdLst/>
            <a:ahLst/>
            <a:cxnLst/>
            <a:rect l="l" t="t" r="r" b="b"/>
            <a:pathLst>
              <a:path w="1624428" h="684492">
                <a:moveTo>
                  <a:pt x="1622716" y="314358"/>
                </a:moveTo>
                <a:lnTo>
                  <a:pt x="276322" y="314358"/>
                </a:lnTo>
                <a:lnTo>
                  <a:pt x="399298" y="316443"/>
                </a:lnTo>
                <a:lnTo>
                  <a:pt x="521882" y="324263"/>
                </a:lnTo>
                <a:lnTo>
                  <a:pt x="643873" y="337826"/>
                </a:lnTo>
                <a:lnTo>
                  <a:pt x="765073" y="357140"/>
                </a:lnTo>
                <a:lnTo>
                  <a:pt x="885280" y="382214"/>
                </a:lnTo>
                <a:lnTo>
                  <a:pt x="1004295" y="413055"/>
                </a:lnTo>
                <a:lnTo>
                  <a:pt x="1121917" y="449672"/>
                </a:lnTo>
                <a:lnTo>
                  <a:pt x="1237947" y="492072"/>
                </a:lnTo>
                <a:lnTo>
                  <a:pt x="1352185" y="540263"/>
                </a:lnTo>
                <a:lnTo>
                  <a:pt x="1464430" y="594254"/>
                </a:lnTo>
                <a:lnTo>
                  <a:pt x="1574482" y="654053"/>
                </a:lnTo>
                <a:lnTo>
                  <a:pt x="1624428" y="684492"/>
                </a:lnTo>
                <a:lnTo>
                  <a:pt x="1624428" y="315258"/>
                </a:lnTo>
                <a:lnTo>
                  <a:pt x="1622716" y="314358"/>
                </a:lnTo>
                <a:close/>
              </a:path>
              <a:path w="1624428" h="684492">
                <a:moveTo>
                  <a:pt x="159948" y="1"/>
                </a:moveTo>
                <a:lnTo>
                  <a:pt x="116669" y="5826"/>
                </a:lnTo>
                <a:lnTo>
                  <a:pt x="77953" y="22246"/>
                </a:lnTo>
                <a:lnTo>
                  <a:pt x="45344" y="47682"/>
                </a:lnTo>
                <a:lnTo>
                  <a:pt x="20389" y="80549"/>
                </a:lnTo>
                <a:lnTo>
                  <a:pt x="4631" y="119267"/>
                </a:lnTo>
                <a:lnTo>
                  <a:pt x="0" y="147548"/>
                </a:lnTo>
                <a:lnTo>
                  <a:pt x="560" y="163482"/>
                </a:lnTo>
                <a:lnTo>
                  <a:pt x="9350" y="207897"/>
                </a:lnTo>
                <a:lnTo>
                  <a:pt x="27678" y="246348"/>
                </a:lnTo>
                <a:lnTo>
                  <a:pt x="54101" y="277703"/>
                </a:lnTo>
                <a:lnTo>
                  <a:pt x="87174" y="300828"/>
                </a:lnTo>
                <a:lnTo>
                  <a:pt x="125455" y="314589"/>
                </a:lnTo>
                <a:lnTo>
                  <a:pt x="153154" y="318001"/>
                </a:lnTo>
                <a:lnTo>
                  <a:pt x="276322" y="314358"/>
                </a:lnTo>
                <a:lnTo>
                  <a:pt x="1622716" y="314358"/>
                </a:lnTo>
                <a:lnTo>
                  <a:pt x="1586806" y="295482"/>
                </a:lnTo>
                <a:lnTo>
                  <a:pt x="1470804" y="241436"/>
                </a:lnTo>
                <a:lnTo>
                  <a:pt x="1352264" y="192934"/>
                </a:lnTo>
                <a:lnTo>
                  <a:pt x="1231211" y="149939"/>
                </a:lnTo>
                <a:lnTo>
                  <a:pt x="1107672" y="112413"/>
                </a:lnTo>
                <a:lnTo>
                  <a:pt x="981672" y="80319"/>
                </a:lnTo>
                <a:lnTo>
                  <a:pt x="853240" y="53618"/>
                </a:lnTo>
                <a:lnTo>
                  <a:pt x="722399" y="32273"/>
                </a:lnTo>
                <a:lnTo>
                  <a:pt x="589178" y="16247"/>
                </a:lnTo>
                <a:lnTo>
                  <a:pt x="453602" y="5502"/>
                </a:lnTo>
                <a:lnTo>
                  <a:pt x="320581" y="194"/>
                </a:lnTo>
                <a:lnTo>
                  <a:pt x="291475" y="194"/>
                </a:lnTo>
                <a:lnTo>
                  <a:pt x="159948" y="1"/>
                </a:lnTo>
                <a:close/>
              </a:path>
              <a:path w="1624428" h="684492">
                <a:moveTo>
                  <a:pt x="315698" y="0"/>
                </a:moveTo>
                <a:lnTo>
                  <a:pt x="291475" y="194"/>
                </a:lnTo>
                <a:lnTo>
                  <a:pt x="320581" y="194"/>
                </a:lnTo>
                <a:lnTo>
                  <a:pt x="315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564983" y="5227215"/>
            <a:ext cx="627016" cy="1419769"/>
          </a:xfrm>
          <a:custGeom>
            <a:avLst/>
            <a:gdLst/>
            <a:ahLst/>
            <a:cxnLst/>
            <a:rect l="l" t="t" r="r" b="b"/>
            <a:pathLst>
              <a:path w="627016" h="1419769">
                <a:moveTo>
                  <a:pt x="0" y="265728"/>
                </a:moveTo>
                <a:lnTo>
                  <a:pt x="36796" y="298452"/>
                </a:lnTo>
                <a:lnTo>
                  <a:pt x="73006" y="333261"/>
                </a:lnTo>
                <a:lnTo>
                  <a:pt x="108519" y="370047"/>
                </a:lnTo>
                <a:lnTo>
                  <a:pt x="143227" y="408702"/>
                </a:lnTo>
                <a:lnTo>
                  <a:pt x="177020" y="449118"/>
                </a:lnTo>
                <a:lnTo>
                  <a:pt x="209791" y="491188"/>
                </a:lnTo>
                <a:lnTo>
                  <a:pt x="241429" y="534804"/>
                </a:lnTo>
                <a:lnTo>
                  <a:pt x="271826" y="579859"/>
                </a:lnTo>
                <a:lnTo>
                  <a:pt x="300874" y="626244"/>
                </a:lnTo>
                <a:lnTo>
                  <a:pt x="328462" y="673853"/>
                </a:lnTo>
                <a:lnTo>
                  <a:pt x="354482" y="722578"/>
                </a:lnTo>
                <a:lnTo>
                  <a:pt x="378826" y="772310"/>
                </a:lnTo>
                <a:lnTo>
                  <a:pt x="401383" y="822943"/>
                </a:lnTo>
                <a:lnTo>
                  <a:pt x="422046" y="874369"/>
                </a:lnTo>
                <a:lnTo>
                  <a:pt x="440705" y="926480"/>
                </a:lnTo>
                <a:lnTo>
                  <a:pt x="457252" y="979168"/>
                </a:lnTo>
                <a:lnTo>
                  <a:pt x="471577" y="1032326"/>
                </a:lnTo>
                <a:lnTo>
                  <a:pt x="483571" y="1085846"/>
                </a:lnTo>
                <a:lnTo>
                  <a:pt x="493126" y="1139621"/>
                </a:lnTo>
                <a:lnTo>
                  <a:pt x="500132" y="1193543"/>
                </a:lnTo>
                <a:lnTo>
                  <a:pt x="501974" y="1210851"/>
                </a:lnTo>
                <a:lnTo>
                  <a:pt x="503905" y="1228102"/>
                </a:lnTo>
                <a:lnTo>
                  <a:pt x="511232" y="1278583"/>
                </a:lnTo>
                <a:lnTo>
                  <a:pt x="522938" y="1325183"/>
                </a:lnTo>
                <a:lnTo>
                  <a:pt x="541699" y="1365369"/>
                </a:lnTo>
                <a:lnTo>
                  <a:pt x="570192" y="1396608"/>
                </a:lnTo>
                <a:lnTo>
                  <a:pt x="611092" y="1416369"/>
                </a:lnTo>
                <a:lnTo>
                  <a:pt x="627016" y="1419769"/>
                </a:lnTo>
                <a:lnTo>
                  <a:pt x="627016" y="526048"/>
                </a:lnTo>
                <a:lnTo>
                  <a:pt x="578909" y="441032"/>
                </a:lnTo>
                <a:lnTo>
                  <a:pt x="546131" y="389324"/>
                </a:lnTo>
                <a:lnTo>
                  <a:pt x="511660" y="339122"/>
                </a:lnTo>
                <a:lnTo>
                  <a:pt x="475553" y="290496"/>
                </a:lnTo>
                <a:lnTo>
                  <a:pt x="472690" y="286926"/>
                </a:lnTo>
                <a:lnTo>
                  <a:pt x="87407" y="286926"/>
                </a:lnTo>
                <a:lnTo>
                  <a:pt x="72486" y="286534"/>
                </a:lnTo>
                <a:lnTo>
                  <a:pt x="33006" y="279824"/>
                </a:lnTo>
                <a:lnTo>
                  <a:pt x="10398" y="271174"/>
                </a:lnTo>
                <a:lnTo>
                  <a:pt x="0" y="265728"/>
                </a:lnTo>
                <a:close/>
              </a:path>
              <a:path w="627016" h="1419769">
                <a:moveTo>
                  <a:pt x="181836" y="0"/>
                </a:moveTo>
                <a:lnTo>
                  <a:pt x="208419" y="27650"/>
                </a:lnTo>
                <a:lnTo>
                  <a:pt x="227946" y="60948"/>
                </a:lnTo>
                <a:lnTo>
                  <a:pt x="237182" y="88983"/>
                </a:lnTo>
                <a:lnTo>
                  <a:pt x="238156" y="91503"/>
                </a:lnTo>
                <a:lnTo>
                  <a:pt x="238694" y="94225"/>
                </a:lnTo>
                <a:lnTo>
                  <a:pt x="240641" y="106667"/>
                </a:lnTo>
                <a:lnTo>
                  <a:pt x="241670" y="119378"/>
                </a:lnTo>
                <a:lnTo>
                  <a:pt x="241133" y="134126"/>
                </a:lnTo>
                <a:lnTo>
                  <a:pt x="233119" y="175203"/>
                </a:lnTo>
                <a:lnTo>
                  <a:pt x="216470" y="210989"/>
                </a:lnTo>
                <a:lnTo>
                  <a:pt x="192427" y="240792"/>
                </a:lnTo>
                <a:lnTo>
                  <a:pt x="159131" y="265106"/>
                </a:lnTo>
                <a:lnTo>
                  <a:pt x="113823" y="283184"/>
                </a:lnTo>
                <a:lnTo>
                  <a:pt x="87407" y="286926"/>
                </a:lnTo>
                <a:lnTo>
                  <a:pt x="472690" y="286926"/>
                </a:lnTo>
                <a:lnTo>
                  <a:pt x="437869" y="243515"/>
                </a:lnTo>
                <a:lnTo>
                  <a:pt x="398663" y="198247"/>
                </a:lnTo>
                <a:lnTo>
                  <a:pt x="357994" y="154760"/>
                </a:lnTo>
                <a:lnTo>
                  <a:pt x="315920" y="113123"/>
                </a:lnTo>
                <a:lnTo>
                  <a:pt x="272497" y="73405"/>
                </a:lnTo>
                <a:lnTo>
                  <a:pt x="227783" y="35674"/>
                </a:lnTo>
                <a:lnTo>
                  <a:pt x="181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742743" y="5224110"/>
            <a:ext cx="4099" cy="3092"/>
          </a:xfrm>
          <a:custGeom>
            <a:avLst/>
            <a:gdLst/>
            <a:ahLst/>
            <a:cxnLst/>
            <a:rect l="l" t="t" r="r" b="b"/>
            <a:pathLst>
              <a:path w="4099" h="3092">
                <a:moveTo>
                  <a:pt x="0" y="0"/>
                </a:moveTo>
                <a:lnTo>
                  <a:pt x="4099" y="3092"/>
                </a:lnTo>
                <a:lnTo>
                  <a:pt x="2117" y="14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537939" y="5472069"/>
            <a:ext cx="19555" cy="16309"/>
          </a:xfrm>
          <a:custGeom>
            <a:avLst/>
            <a:gdLst/>
            <a:ahLst/>
            <a:cxnLst/>
            <a:rect l="l" t="t" r="r" b="b"/>
            <a:pathLst>
              <a:path w="19555" h="16309">
                <a:moveTo>
                  <a:pt x="0" y="0"/>
                </a:moveTo>
                <a:lnTo>
                  <a:pt x="5743" y="6223"/>
                </a:lnTo>
                <a:lnTo>
                  <a:pt x="19226" y="16095"/>
                </a:lnTo>
                <a:lnTo>
                  <a:pt x="19555" y="16309"/>
                </a:lnTo>
                <a:lnTo>
                  <a:pt x="9787" y="80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1483315" y="5190954"/>
            <a:ext cx="323448" cy="323300"/>
          </a:xfrm>
          <a:custGeom>
            <a:avLst/>
            <a:gdLst/>
            <a:ahLst/>
            <a:cxnLst/>
            <a:rect l="l" t="t" r="r" b="b"/>
            <a:pathLst>
              <a:path w="323448" h="323300">
                <a:moveTo>
                  <a:pt x="174447" y="0"/>
                </a:moveTo>
                <a:lnTo>
                  <a:pt x="127928" y="5108"/>
                </a:lnTo>
                <a:lnTo>
                  <a:pt x="86983" y="20017"/>
                </a:lnTo>
                <a:lnTo>
                  <a:pt x="52660" y="43352"/>
                </a:lnTo>
                <a:lnTo>
                  <a:pt x="26011" y="73737"/>
                </a:lnTo>
                <a:lnTo>
                  <a:pt x="8043" y="109937"/>
                </a:lnTo>
                <a:lnTo>
                  <a:pt x="47" y="149131"/>
                </a:lnTo>
                <a:lnTo>
                  <a:pt x="0" y="167071"/>
                </a:lnTo>
                <a:lnTo>
                  <a:pt x="804" y="179321"/>
                </a:lnTo>
                <a:lnTo>
                  <a:pt x="14593" y="228096"/>
                </a:lnTo>
                <a:lnTo>
                  <a:pt x="34309" y="260772"/>
                </a:lnTo>
                <a:lnTo>
                  <a:pt x="71018" y="294762"/>
                </a:lnTo>
                <a:lnTo>
                  <a:pt x="105971" y="313079"/>
                </a:lnTo>
                <a:lnTo>
                  <a:pt x="155400" y="323300"/>
                </a:lnTo>
                <a:lnTo>
                  <a:pt x="170553" y="322929"/>
                </a:lnTo>
                <a:lnTo>
                  <a:pt x="214797" y="313934"/>
                </a:lnTo>
                <a:lnTo>
                  <a:pt x="249859" y="295905"/>
                </a:lnTo>
                <a:lnTo>
                  <a:pt x="280782" y="269142"/>
                </a:lnTo>
                <a:lnTo>
                  <a:pt x="303852" y="237395"/>
                </a:lnTo>
                <a:lnTo>
                  <a:pt x="318322" y="201494"/>
                </a:lnTo>
                <a:lnTo>
                  <a:pt x="323448" y="162269"/>
                </a:lnTo>
                <a:lnTo>
                  <a:pt x="322920" y="149131"/>
                </a:lnTo>
                <a:lnTo>
                  <a:pt x="321440" y="136705"/>
                </a:lnTo>
                <a:lnTo>
                  <a:pt x="319820" y="127775"/>
                </a:lnTo>
                <a:lnTo>
                  <a:pt x="318846" y="125255"/>
                </a:lnTo>
                <a:lnTo>
                  <a:pt x="318242" y="122566"/>
                </a:lnTo>
                <a:lnTo>
                  <a:pt x="304246" y="86085"/>
                </a:lnTo>
                <a:lnTo>
                  <a:pt x="282341" y="54462"/>
                </a:lnTo>
                <a:lnTo>
                  <a:pt x="261447" y="34723"/>
                </a:lnTo>
                <a:lnTo>
                  <a:pt x="259434" y="33146"/>
                </a:lnTo>
                <a:lnTo>
                  <a:pt x="224608" y="12586"/>
                </a:lnTo>
                <a:lnTo>
                  <a:pt x="187568" y="1622"/>
                </a:lnTo>
                <a:lnTo>
                  <a:pt x="1744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008347" y="5671688"/>
            <a:ext cx="839" cy="268"/>
          </a:xfrm>
          <a:custGeom>
            <a:avLst/>
            <a:gdLst/>
            <a:ahLst/>
            <a:cxnLst/>
            <a:rect l="l" t="t" r="r" b="b"/>
            <a:pathLst>
              <a:path w="839" h="268">
                <a:moveTo>
                  <a:pt x="0" y="134"/>
                </a:moveTo>
                <a:lnTo>
                  <a:pt x="839" y="134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997585" y="5664056"/>
            <a:ext cx="962161" cy="1193943"/>
          </a:xfrm>
          <a:custGeom>
            <a:avLst/>
            <a:gdLst/>
            <a:ahLst/>
            <a:cxnLst/>
            <a:rect l="l" t="t" r="r" b="b"/>
            <a:pathLst>
              <a:path w="962161" h="1193943">
                <a:moveTo>
                  <a:pt x="807165" y="0"/>
                </a:moveTo>
                <a:lnTo>
                  <a:pt x="801755" y="0"/>
                </a:lnTo>
                <a:lnTo>
                  <a:pt x="798360" y="840"/>
                </a:lnTo>
                <a:lnTo>
                  <a:pt x="794867" y="1041"/>
                </a:lnTo>
                <a:lnTo>
                  <a:pt x="734798" y="6966"/>
                </a:lnTo>
                <a:lnTo>
                  <a:pt x="676056" y="16833"/>
                </a:lnTo>
                <a:lnTo>
                  <a:pt x="618787" y="30520"/>
                </a:lnTo>
                <a:lnTo>
                  <a:pt x="563135" y="47904"/>
                </a:lnTo>
                <a:lnTo>
                  <a:pt x="509246" y="68860"/>
                </a:lnTo>
                <a:lnTo>
                  <a:pt x="457266" y="93265"/>
                </a:lnTo>
                <a:lnTo>
                  <a:pt x="407340" y="120996"/>
                </a:lnTo>
                <a:lnTo>
                  <a:pt x="359613" y="151929"/>
                </a:lnTo>
                <a:lnTo>
                  <a:pt x="314230" y="185940"/>
                </a:lnTo>
                <a:lnTo>
                  <a:pt x="271338" y="222907"/>
                </a:lnTo>
                <a:lnTo>
                  <a:pt x="231082" y="262705"/>
                </a:lnTo>
                <a:lnTo>
                  <a:pt x="193606" y="305211"/>
                </a:lnTo>
                <a:lnTo>
                  <a:pt x="159056" y="350302"/>
                </a:lnTo>
                <a:lnTo>
                  <a:pt x="127578" y="397853"/>
                </a:lnTo>
                <a:lnTo>
                  <a:pt x="99317" y="447743"/>
                </a:lnTo>
                <a:lnTo>
                  <a:pt x="74419" y="499846"/>
                </a:lnTo>
                <a:lnTo>
                  <a:pt x="53029" y="554039"/>
                </a:lnTo>
                <a:lnTo>
                  <a:pt x="35291" y="610200"/>
                </a:lnTo>
                <a:lnTo>
                  <a:pt x="21353" y="668204"/>
                </a:lnTo>
                <a:lnTo>
                  <a:pt x="11358" y="727927"/>
                </a:lnTo>
                <a:lnTo>
                  <a:pt x="0" y="865499"/>
                </a:lnTo>
                <a:lnTo>
                  <a:pt x="1418" y="1004954"/>
                </a:lnTo>
                <a:lnTo>
                  <a:pt x="15037" y="1145479"/>
                </a:lnTo>
                <a:lnTo>
                  <a:pt x="23727" y="1193943"/>
                </a:lnTo>
                <a:lnTo>
                  <a:pt x="355352" y="1193943"/>
                </a:lnTo>
                <a:lnTo>
                  <a:pt x="341898" y="1113243"/>
                </a:lnTo>
                <a:lnTo>
                  <a:pt x="329365" y="1005693"/>
                </a:lnTo>
                <a:lnTo>
                  <a:pt x="321723" y="895040"/>
                </a:lnTo>
                <a:lnTo>
                  <a:pt x="321119" y="845634"/>
                </a:lnTo>
                <a:lnTo>
                  <a:pt x="323882" y="797818"/>
                </a:lnTo>
                <a:lnTo>
                  <a:pt x="329902" y="751682"/>
                </a:lnTo>
                <a:lnTo>
                  <a:pt x="339071" y="707320"/>
                </a:lnTo>
                <a:lnTo>
                  <a:pt x="351278" y="664822"/>
                </a:lnTo>
                <a:lnTo>
                  <a:pt x="366416" y="624283"/>
                </a:lnTo>
                <a:lnTo>
                  <a:pt x="384373" y="585793"/>
                </a:lnTo>
                <a:lnTo>
                  <a:pt x="405042" y="549445"/>
                </a:lnTo>
                <a:lnTo>
                  <a:pt x="428313" y="515331"/>
                </a:lnTo>
                <a:lnTo>
                  <a:pt x="454077" y="483543"/>
                </a:lnTo>
                <a:lnTo>
                  <a:pt x="482223" y="454174"/>
                </a:lnTo>
                <a:lnTo>
                  <a:pt x="512645" y="427315"/>
                </a:lnTo>
                <a:lnTo>
                  <a:pt x="545231" y="403059"/>
                </a:lnTo>
                <a:lnTo>
                  <a:pt x="579873" y="381499"/>
                </a:lnTo>
                <a:lnTo>
                  <a:pt x="616461" y="362725"/>
                </a:lnTo>
                <a:lnTo>
                  <a:pt x="654886" y="346831"/>
                </a:lnTo>
                <a:lnTo>
                  <a:pt x="695039" y="333909"/>
                </a:lnTo>
                <a:lnTo>
                  <a:pt x="736811" y="324050"/>
                </a:lnTo>
                <a:lnTo>
                  <a:pt x="780093" y="317348"/>
                </a:lnTo>
                <a:lnTo>
                  <a:pt x="824774" y="313894"/>
                </a:lnTo>
                <a:lnTo>
                  <a:pt x="829143" y="312415"/>
                </a:lnTo>
                <a:lnTo>
                  <a:pt x="865965" y="301644"/>
                </a:lnTo>
                <a:lnTo>
                  <a:pt x="900190" y="281304"/>
                </a:lnTo>
                <a:lnTo>
                  <a:pt x="928647" y="253465"/>
                </a:lnTo>
                <a:lnTo>
                  <a:pt x="949159" y="220049"/>
                </a:lnTo>
                <a:lnTo>
                  <a:pt x="960575" y="182161"/>
                </a:lnTo>
                <a:lnTo>
                  <a:pt x="962161" y="168729"/>
                </a:lnTo>
                <a:lnTo>
                  <a:pt x="961699" y="153197"/>
                </a:lnTo>
                <a:lnTo>
                  <a:pt x="954002" y="110683"/>
                </a:lnTo>
                <a:lnTo>
                  <a:pt x="937808" y="74530"/>
                </a:lnTo>
                <a:lnTo>
                  <a:pt x="905158" y="36736"/>
                </a:lnTo>
                <a:lnTo>
                  <a:pt x="872878" y="16226"/>
                </a:lnTo>
                <a:lnTo>
                  <a:pt x="836699" y="3725"/>
                </a:lnTo>
                <a:lnTo>
                  <a:pt x="808846" y="470"/>
                </a:lnTo>
                <a:lnTo>
                  <a:pt x="8071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210949" y="5886480"/>
            <a:ext cx="444861" cy="643535"/>
          </a:xfrm>
          <a:custGeom>
            <a:avLst/>
            <a:gdLst/>
            <a:ahLst/>
            <a:cxnLst/>
            <a:rect l="l" t="t" r="r" b="b"/>
            <a:pathLst>
              <a:path w="444861" h="643535">
                <a:moveTo>
                  <a:pt x="170253" y="0"/>
                </a:moveTo>
                <a:lnTo>
                  <a:pt x="124158" y="5304"/>
                </a:lnTo>
                <a:lnTo>
                  <a:pt x="83629" y="20642"/>
                </a:lnTo>
                <a:lnTo>
                  <a:pt x="49807" y="44564"/>
                </a:lnTo>
                <a:lnTo>
                  <a:pt x="23834" y="75621"/>
                </a:lnTo>
                <a:lnTo>
                  <a:pt x="6851" y="112365"/>
                </a:lnTo>
                <a:lnTo>
                  <a:pt x="0" y="153344"/>
                </a:lnTo>
                <a:lnTo>
                  <a:pt x="483" y="168026"/>
                </a:lnTo>
                <a:lnTo>
                  <a:pt x="1957" y="181055"/>
                </a:lnTo>
                <a:lnTo>
                  <a:pt x="4274" y="192875"/>
                </a:lnTo>
                <a:lnTo>
                  <a:pt x="7350" y="204193"/>
                </a:lnTo>
                <a:lnTo>
                  <a:pt x="7909" y="206365"/>
                </a:lnTo>
                <a:lnTo>
                  <a:pt x="7438" y="206902"/>
                </a:lnTo>
                <a:lnTo>
                  <a:pt x="8346" y="208919"/>
                </a:lnTo>
                <a:lnTo>
                  <a:pt x="9959" y="212615"/>
                </a:lnTo>
                <a:lnTo>
                  <a:pt x="11976" y="218160"/>
                </a:lnTo>
                <a:lnTo>
                  <a:pt x="14294" y="223436"/>
                </a:lnTo>
                <a:lnTo>
                  <a:pt x="16848" y="228644"/>
                </a:lnTo>
                <a:lnTo>
                  <a:pt x="19471" y="234925"/>
                </a:lnTo>
                <a:lnTo>
                  <a:pt x="36736" y="278212"/>
                </a:lnTo>
                <a:lnTo>
                  <a:pt x="54909" y="326986"/>
                </a:lnTo>
                <a:lnTo>
                  <a:pt x="70651" y="371734"/>
                </a:lnTo>
                <a:lnTo>
                  <a:pt x="87898" y="423425"/>
                </a:lnTo>
                <a:lnTo>
                  <a:pt x="100094" y="461716"/>
                </a:lnTo>
                <a:lnTo>
                  <a:pt x="112753" y="503054"/>
                </a:lnTo>
                <a:lnTo>
                  <a:pt x="115264" y="515669"/>
                </a:lnTo>
                <a:lnTo>
                  <a:pt x="118654" y="527942"/>
                </a:lnTo>
                <a:lnTo>
                  <a:pt x="136196" y="564387"/>
                </a:lnTo>
                <a:lnTo>
                  <a:pt x="161625" y="595911"/>
                </a:lnTo>
                <a:lnTo>
                  <a:pt x="192819" y="620238"/>
                </a:lnTo>
                <a:lnTo>
                  <a:pt x="228736" y="636426"/>
                </a:lnTo>
                <a:lnTo>
                  <a:pt x="268333" y="643535"/>
                </a:lnTo>
                <a:lnTo>
                  <a:pt x="283623" y="643166"/>
                </a:lnTo>
                <a:lnTo>
                  <a:pt x="322977" y="636817"/>
                </a:lnTo>
                <a:lnTo>
                  <a:pt x="366961" y="616760"/>
                </a:lnTo>
                <a:lnTo>
                  <a:pt x="397871" y="591413"/>
                </a:lnTo>
                <a:lnTo>
                  <a:pt x="421889" y="560232"/>
                </a:lnTo>
                <a:lnTo>
                  <a:pt x="437918" y="524246"/>
                </a:lnTo>
                <a:lnTo>
                  <a:pt x="444861" y="484484"/>
                </a:lnTo>
                <a:lnTo>
                  <a:pt x="444703" y="468561"/>
                </a:lnTo>
                <a:lnTo>
                  <a:pt x="433385" y="411950"/>
                </a:lnTo>
                <a:lnTo>
                  <a:pt x="422694" y="373497"/>
                </a:lnTo>
                <a:lnTo>
                  <a:pt x="411178" y="334974"/>
                </a:lnTo>
                <a:lnTo>
                  <a:pt x="398794" y="296701"/>
                </a:lnTo>
                <a:lnTo>
                  <a:pt x="385499" y="258994"/>
                </a:lnTo>
                <a:lnTo>
                  <a:pt x="371250" y="222173"/>
                </a:lnTo>
                <a:lnTo>
                  <a:pt x="356005" y="186554"/>
                </a:lnTo>
                <a:lnTo>
                  <a:pt x="331176" y="136076"/>
                </a:lnTo>
                <a:lnTo>
                  <a:pt x="303863" y="90092"/>
                </a:lnTo>
                <a:lnTo>
                  <a:pt x="294181" y="75948"/>
                </a:lnTo>
                <a:lnTo>
                  <a:pt x="287047" y="65394"/>
                </a:lnTo>
                <a:lnTo>
                  <a:pt x="279129" y="55482"/>
                </a:lnTo>
                <a:lnTo>
                  <a:pt x="276471" y="52392"/>
                </a:lnTo>
                <a:lnTo>
                  <a:pt x="275564" y="50846"/>
                </a:lnTo>
                <a:lnTo>
                  <a:pt x="274489" y="49602"/>
                </a:lnTo>
                <a:lnTo>
                  <a:pt x="273851" y="49233"/>
                </a:lnTo>
                <a:lnTo>
                  <a:pt x="273615" y="48897"/>
                </a:lnTo>
                <a:lnTo>
                  <a:pt x="244045" y="24536"/>
                </a:lnTo>
                <a:lnTo>
                  <a:pt x="209191" y="7795"/>
                </a:lnTo>
                <a:lnTo>
                  <a:pt x="183612" y="1522"/>
                </a:lnTo>
                <a:lnTo>
                  <a:pt x="1702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695958" y="6359837"/>
            <a:ext cx="362188" cy="498162"/>
          </a:xfrm>
          <a:custGeom>
            <a:avLst/>
            <a:gdLst/>
            <a:ahLst/>
            <a:cxnLst/>
            <a:rect l="l" t="t" r="r" b="b"/>
            <a:pathLst>
              <a:path w="362188" h="498162">
                <a:moveTo>
                  <a:pt x="168605" y="0"/>
                </a:moveTo>
                <a:lnTo>
                  <a:pt x="124179" y="3405"/>
                </a:lnTo>
                <a:lnTo>
                  <a:pt x="72482" y="22741"/>
                </a:lnTo>
                <a:lnTo>
                  <a:pt x="37035" y="56277"/>
                </a:lnTo>
                <a:lnTo>
                  <a:pt x="15019" y="100559"/>
                </a:lnTo>
                <a:lnTo>
                  <a:pt x="3614" y="152131"/>
                </a:lnTo>
                <a:lnTo>
                  <a:pt x="0" y="207538"/>
                </a:lnTo>
                <a:lnTo>
                  <a:pt x="61" y="227114"/>
                </a:lnTo>
                <a:lnTo>
                  <a:pt x="2426" y="281407"/>
                </a:lnTo>
                <a:lnTo>
                  <a:pt x="14307" y="395485"/>
                </a:lnTo>
                <a:lnTo>
                  <a:pt x="33239" y="498162"/>
                </a:lnTo>
                <a:lnTo>
                  <a:pt x="362188" y="498162"/>
                </a:lnTo>
                <a:lnTo>
                  <a:pt x="346300" y="442421"/>
                </a:lnTo>
                <a:lnTo>
                  <a:pt x="326628" y="345488"/>
                </a:lnTo>
                <a:lnTo>
                  <a:pt x="314095" y="244900"/>
                </a:lnTo>
                <a:lnTo>
                  <a:pt x="312591" y="226262"/>
                </a:lnTo>
                <a:lnTo>
                  <a:pt x="311162" y="207538"/>
                </a:lnTo>
                <a:lnTo>
                  <a:pt x="309850" y="190998"/>
                </a:lnTo>
                <a:lnTo>
                  <a:pt x="303834" y="137777"/>
                </a:lnTo>
                <a:lnTo>
                  <a:pt x="292414" y="88761"/>
                </a:lnTo>
                <a:lnTo>
                  <a:pt x="271952" y="47398"/>
                </a:lnTo>
                <a:lnTo>
                  <a:pt x="238809" y="17133"/>
                </a:lnTo>
                <a:lnTo>
                  <a:pt x="189348" y="1412"/>
                </a:lnTo>
                <a:lnTo>
                  <a:pt x="1686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33632" y="3492019"/>
            <a:ext cx="7544418" cy="93324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1270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44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Sprint 80 Achievement</a:t>
            </a:r>
            <a:r>
              <a:rPr lang="en-US" sz="4400" b="1" spc="11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lang="en-US"/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400" b="1" spc="11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defRPr/>
            </a:pPr>
            <a:r>
              <a:rPr kumimoji="0" lang="en-US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Goal 1: </a:t>
            </a:r>
            <a:r>
              <a:rPr lang="en-US" b="1" spc="110">
                <a:solidFill>
                  <a:srgbClr val="FFFFFF"/>
                </a:solidFill>
                <a:latin typeface="Arial"/>
                <a:cs typeface="Arial"/>
              </a:rPr>
              <a:t>Complete Testing of Sprint 79 items</a:t>
            </a:r>
            <a:endParaRPr lang="en-US"/>
          </a:p>
        </p:txBody>
      </p:sp>
      <p:sp>
        <p:nvSpPr>
          <p:cNvPr id="48" name="object 47"/>
          <p:cNvSpPr txBox="1"/>
          <p:nvPr/>
        </p:nvSpPr>
        <p:spPr>
          <a:xfrm>
            <a:off x="482600" y="5232400"/>
            <a:ext cx="8665742" cy="8128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Dubai" panose="020B0503030403030204" pitchFamily="34" charset="-78"/>
            </a:endParaRP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8718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A6CAA-43F5-DACB-AA64-7B8882ABB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3D7B-82D0-0DCE-FB19-79E406A8EC6C}"/>
              </a:ext>
            </a:extLst>
          </p:cNvPr>
          <p:cNvSpPr txBox="1">
            <a:spLocks/>
          </p:cNvSpPr>
          <p:nvPr/>
        </p:nvSpPr>
        <p:spPr>
          <a:xfrm>
            <a:off x="487013" y="127805"/>
            <a:ext cx="11074366" cy="926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2400" b="1">
                <a:solidFill>
                  <a:srgbClr val="00A36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Team progressed on the committed items under Goal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E46C1E-B73B-9A41-F6B3-0DF0A02B7DF8}"/>
              </a:ext>
            </a:extLst>
          </p:cNvPr>
          <p:cNvSpPr/>
          <p:nvPr/>
        </p:nvSpPr>
        <p:spPr>
          <a:xfrm>
            <a:off x="487013" y="800075"/>
            <a:ext cx="10986301" cy="685607"/>
          </a:xfrm>
          <a:prstGeom prst="rect">
            <a:avLst/>
          </a:prstGeom>
          <a:solidFill>
            <a:srgbClr val="0076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2"/>
            <a:r>
              <a:rPr lang="en-US" sz="1400" b="1">
                <a:solidFill>
                  <a:schemeClr val="bg1"/>
                </a:solidFill>
                <a:latin typeface="Arial"/>
                <a:cs typeface="Arial"/>
              </a:rPr>
              <a:t>Complete the testing of sprint 79 items</a:t>
            </a:r>
            <a:endParaRPr lang="en-US" sz="1400" b="1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1339318-2726-C9FF-4D98-AEAC9A29608E}"/>
              </a:ext>
            </a:extLst>
          </p:cNvPr>
          <p:cNvCxnSpPr/>
          <p:nvPr/>
        </p:nvCxnSpPr>
        <p:spPr>
          <a:xfrm>
            <a:off x="1289785" y="1018291"/>
            <a:ext cx="0" cy="548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Target with solid fill">
            <a:extLst>
              <a:ext uri="{FF2B5EF4-FFF2-40B4-BE49-F238E27FC236}">
                <a16:creationId xmlns:a16="http://schemas.microsoft.com/office/drawing/2014/main" id="{E62EF0A5-AD9A-5A31-94FD-82C68C241A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3277" y="993316"/>
            <a:ext cx="550244" cy="550244"/>
          </a:xfrm>
          <a:prstGeom prst="rect">
            <a:avLst/>
          </a:prstGeom>
        </p:spPr>
      </p:pic>
      <p:sp>
        <p:nvSpPr>
          <p:cNvPr id="14" name="Slide Number Placeholder 46">
            <a:extLst>
              <a:ext uri="{FF2B5EF4-FFF2-40B4-BE49-F238E27FC236}">
                <a16:creationId xmlns:a16="http://schemas.microsoft.com/office/drawing/2014/main" id="{124BEA8C-17D2-2C40-D6FE-0D741B7DF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7D68E4E-C3BF-4655-660C-9CA45A42F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318938"/>
              </p:ext>
            </p:extLst>
          </p:nvPr>
        </p:nvGraphicFramePr>
        <p:xfrm>
          <a:off x="487012" y="1489068"/>
          <a:ext cx="10986301" cy="4759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94">
                  <a:extLst>
                    <a:ext uri="{9D8B030D-6E8A-4147-A177-3AD203B41FA5}">
                      <a16:colId xmlns:a16="http://schemas.microsoft.com/office/drawing/2014/main" val="3065970671"/>
                    </a:ext>
                  </a:extLst>
                </a:gridCol>
                <a:gridCol w="5374676">
                  <a:extLst>
                    <a:ext uri="{9D8B030D-6E8A-4147-A177-3AD203B41FA5}">
                      <a16:colId xmlns:a16="http://schemas.microsoft.com/office/drawing/2014/main" val="2724941581"/>
                    </a:ext>
                  </a:extLst>
                </a:gridCol>
                <a:gridCol w="1174285">
                  <a:extLst>
                    <a:ext uri="{9D8B030D-6E8A-4147-A177-3AD203B41FA5}">
                      <a16:colId xmlns:a16="http://schemas.microsoft.com/office/drawing/2014/main" val="1351413693"/>
                    </a:ext>
                  </a:extLst>
                </a:gridCol>
                <a:gridCol w="3921046">
                  <a:extLst>
                    <a:ext uri="{9D8B030D-6E8A-4147-A177-3AD203B41FA5}">
                      <a16:colId xmlns:a16="http://schemas.microsoft.com/office/drawing/2014/main" val="3797513455"/>
                    </a:ext>
                  </a:extLst>
                </a:gridCol>
              </a:tblGrid>
              <a:tr h="331569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640909"/>
                  </a:ext>
                </a:extLst>
              </a:tr>
              <a:tr h="1065261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199239"/>
                  </a:ext>
                </a:extLst>
              </a:tr>
              <a:tr h="845800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510094"/>
                  </a:ext>
                </a:extLst>
              </a:tr>
              <a:tr h="828536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50577"/>
                  </a:ext>
                </a:extLst>
              </a:tr>
              <a:tr h="836594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94744"/>
                  </a:ext>
                </a:extLst>
              </a:tr>
              <a:tr h="851571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737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466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4534" y="406855"/>
            <a:ext cx="457687" cy="162576"/>
          </a:xfrm>
          <a:custGeom>
            <a:avLst/>
            <a:gdLst/>
            <a:ahLst/>
            <a:cxnLst/>
            <a:rect l="l" t="t" r="r" b="b"/>
            <a:pathLst>
              <a:path w="457687" h="162576">
                <a:moveTo>
                  <a:pt x="111153" y="110803"/>
                </a:moveTo>
                <a:lnTo>
                  <a:pt x="79853" y="110803"/>
                </a:lnTo>
                <a:lnTo>
                  <a:pt x="88133" y="121015"/>
                </a:lnTo>
                <a:lnTo>
                  <a:pt x="97550" y="129539"/>
                </a:lnTo>
                <a:lnTo>
                  <a:pt x="108420" y="136019"/>
                </a:lnTo>
                <a:lnTo>
                  <a:pt x="121033" y="140071"/>
                </a:lnTo>
                <a:lnTo>
                  <a:pt x="133464" y="141382"/>
                </a:lnTo>
                <a:lnTo>
                  <a:pt x="218524" y="141382"/>
                </a:lnTo>
                <a:lnTo>
                  <a:pt x="226891" y="151379"/>
                </a:lnTo>
                <a:lnTo>
                  <a:pt x="237331" y="158444"/>
                </a:lnTo>
                <a:lnTo>
                  <a:pt x="249791" y="162576"/>
                </a:lnTo>
                <a:lnTo>
                  <a:pt x="267638" y="162215"/>
                </a:lnTo>
                <a:lnTo>
                  <a:pt x="281603" y="159664"/>
                </a:lnTo>
                <a:lnTo>
                  <a:pt x="292389" y="154991"/>
                </a:lnTo>
                <a:lnTo>
                  <a:pt x="300700" y="148262"/>
                </a:lnTo>
                <a:lnTo>
                  <a:pt x="305255" y="147562"/>
                </a:lnTo>
                <a:lnTo>
                  <a:pt x="262794" y="147559"/>
                </a:lnTo>
                <a:lnTo>
                  <a:pt x="232644" y="123610"/>
                </a:lnTo>
                <a:lnTo>
                  <a:pt x="136343" y="123610"/>
                </a:lnTo>
                <a:lnTo>
                  <a:pt x="122795" y="121009"/>
                </a:lnTo>
                <a:lnTo>
                  <a:pt x="112602" y="113468"/>
                </a:lnTo>
                <a:lnTo>
                  <a:pt x="111153" y="110803"/>
                </a:lnTo>
                <a:close/>
              </a:path>
              <a:path w="457687" h="162576">
                <a:moveTo>
                  <a:pt x="302686" y="64829"/>
                </a:moveTo>
                <a:lnTo>
                  <a:pt x="253254" y="64829"/>
                </a:lnTo>
                <a:lnTo>
                  <a:pt x="270847" y="64997"/>
                </a:lnTo>
                <a:lnTo>
                  <a:pt x="281728" y="68784"/>
                </a:lnTo>
                <a:lnTo>
                  <a:pt x="290353" y="81637"/>
                </a:lnTo>
                <a:lnTo>
                  <a:pt x="294202" y="92521"/>
                </a:lnTo>
                <a:lnTo>
                  <a:pt x="294291" y="94258"/>
                </a:lnTo>
                <a:lnTo>
                  <a:pt x="293514" y="113801"/>
                </a:lnTo>
                <a:lnTo>
                  <a:pt x="263341" y="147559"/>
                </a:lnTo>
                <a:lnTo>
                  <a:pt x="262810" y="147562"/>
                </a:lnTo>
                <a:lnTo>
                  <a:pt x="305274" y="147559"/>
                </a:lnTo>
                <a:lnTo>
                  <a:pt x="345477" y="141382"/>
                </a:lnTo>
                <a:lnTo>
                  <a:pt x="404218" y="141378"/>
                </a:lnTo>
                <a:lnTo>
                  <a:pt x="418985" y="139524"/>
                </a:lnTo>
                <a:lnTo>
                  <a:pt x="431706" y="134230"/>
                </a:lnTo>
                <a:lnTo>
                  <a:pt x="441481" y="126445"/>
                </a:lnTo>
                <a:lnTo>
                  <a:pt x="404218" y="126445"/>
                </a:lnTo>
                <a:lnTo>
                  <a:pt x="390795" y="123809"/>
                </a:lnTo>
                <a:lnTo>
                  <a:pt x="390170" y="123351"/>
                </a:lnTo>
                <a:lnTo>
                  <a:pt x="314064" y="123351"/>
                </a:lnTo>
                <a:lnTo>
                  <a:pt x="315559" y="117881"/>
                </a:lnTo>
                <a:lnTo>
                  <a:pt x="315669" y="117246"/>
                </a:lnTo>
                <a:lnTo>
                  <a:pt x="316301" y="112390"/>
                </a:lnTo>
                <a:lnTo>
                  <a:pt x="316241" y="103631"/>
                </a:lnTo>
                <a:lnTo>
                  <a:pt x="315212" y="91287"/>
                </a:lnTo>
                <a:lnTo>
                  <a:pt x="311726" y="78849"/>
                </a:lnTo>
                <a:lnTo>
                  <a:pt x="305961" y="68057"/>
                </a:lnTo>
                <a:lnTo>
                  <a:pt x="302686" y="64829"/>
                </a:lnTo>
                <a:close/>
              </a:path>
              <a:path w="457687" h="162576">
                <a:moveTo>
                  <a:pt x="442681" y="40921"/>
                </a:moveTo>
                <a:lnTo>
                  <a:pt x="395288" y="40921"/>
                </a:lnTo>
                <a:lnTo>
                  <a:pt x="412385" y="42312"/>
                </a:lnTo>
                <a:lnTo>
                  <a:pt x="424750" y="47822"/>
                </a:lnTo>
                <a:lnTo>
                  <a:pt x="432824" y="57063"/>
                </a:lnTo>
                <a:lnTo>
                  <a:pt x="437047" y="69649"/>
                </a:lnTo>
                <a:lnTo>
                  <a:pt x="436310" y="88762"/>
                </a:lnTo>
                <a:lnTo>
                  <a:pt x="418235" y="123749"/>
                </a:lnTo>
                <a:lnTo>
                  <a:pt x="404218" y="126445"/>
                </a:lnTo>
                <a:lnTo>
                  <a:pt x="441481" y="126445"/>
                </a:lnTo>
                <a:lnTo>
                  <a:pt x="442159" y="125904"/>
                </a:lnTo>
                <a:lnTo>
                  <a:pt x="450122" y="114951"/>
                </a:lnTo>
                <a:lnTo>
                  <a:pt x="455372" y="101778"/>
                </a:lnTo>
                <a:lnTo>
                  <a:pt x="457687" y="86790"/>
                </a:lnTo>
                <a:lnTo>
                  <a:pt x="456331" y="70588"/>
                </a:lnTo>
                <a:lnTo>
                  <a:pt x="456209" y="69649"/>
                </a:lnTo>
                <a:lnTo>
                  <a:pt x="452057" y="55354"/>
                </a:lnTo>
                <a:lnTo>
                  <a:pt x="445243" y="43456"/>
                </a:lnTo>
                <a:lnTo>
                  <a:pt x="442681" y="40921"/>
                </a:lnTo>
                <a:close/>
              </a:path>
              <a:path w="457687" h="162576">
                <a:moveTo>
                  <a:pt x="182460" y="24458"/>
                </a:moveTo>
                <a:lnTo>
                  <a:pt x="164436" y="24458"/>
                </a:lnTo>
                <a:lnTo>
                  <a:pt x="164369" y="100350"/>
                </a:lnTo>
                <a:lnTo>
                  <a:pt x="163140" y="108170"/>
                </a:lnTo>
                <a:lnTo>
                  <a:pt x="160179" y="113801"/>
                </a:lnTo>
                <a:lnTo>
                  <a:pt x="156963" y="120003"/>
                </a:lnTo>
                <a:lnTo>
                  <a:pt x="149754" y="123610"/>
                </a:lnTo>
                <a:lnTo>
                  <a:pt x="232644" y="123610"/>
                </a:lnTo>
                <a:lnTo>
                  <a:pt x="232586" y="123351"/>
                </a:lnTo>
                <a:lnTo>
                  <a:pt x="177568" y="123351"/>
                </a:lnTo>
                <a:lnTo>
                  <a:pt x="181058" y="112390"/>
                </a:lnTo>
                <a:lnTo>
                  <a:pt x="182315" y="99918"/>
                </a:lnTo>
                <a:lnTo>
                  <a:pt x="182442" y="64829"/>
                </a:lnTo>
                <a:lnTo>
                  <a:pt x="182460" y="24458"/>
                </a:lnTo>
                <a:close/>
              </a:path>
              <a:path w="457687" h="162576">
                <a:moveTo>
                  <a:pt x="103378" y="0"/>
                </a:moveTo>
                <a:lnTo>
                  <a:pt x="48781" y="0"/>
                </a:lnTo>
                <a:lnTo>
                  <a:pt x="35457" y="1923"/>
                </a:lnTo>
                <a:lnTo>
                  <a:pt x="6958" y="27819"/>
                </a:lnTo>
                <a:lnTo>
                  <a:pt x="0" y="58967"/>
                </a:lnTo>
                <a:lnTo>
                  <a:pt x="1331" y="75544"/>
                </a:lnTo>
                <a:lnTo>
                  <a:pt x="20256" y="113586"/>
                </a:lnTo>
                <a:lnTo>
                  <a:pt x="42039" y="123433"/>
                </a:lnTo>
                <a:lnTo>
                  <a:pt x="57974" y="122108"/>
                </a:lnTo>
                <a:lnTo>
                  <a:pt x="70439" y="117881"/>
                </a:lnTo>
                <a:lnTo>
                  <a:pt x="79853" y="110803"/>
                </a:lnTo>
                <a:lnTo>
                  <a:pt x="111153" y="110803"/>
                </a:lnTo>
                <a:lnTo>
                  <a:pt x="109722" y="108170"/>
                </a:lnTo>
                <a:lnTo>
                  <a:pt x="61047" y="108159"/>
                </a:lnTo>
                <a:lnTo>
                  <a:pt x="45745" y="106450"/>
                </a:lnTo>
                <a:lnTo>
                  <a:pt x="33819" y="100350"/>
                </a:lnTo>
                <a:lnTo>
                  <a:pt x="25264" y="90664"/>
                </a:lnTo>
                <a:lnTo>
                  <a:pt x="20005" y="78268"/>
                </a:lnTo>
                <a:lnTo>
                  <a:pt x="17917" y="63915"/>
                </a:lnTo>
                <a:lnTo>
                  <a:pt x="19631" y="46656"/>
                </a:lnTo>
                <a:lnTo>
                  <a:pt x="24561" y="32334"/>
                </a:lnTo>
                <a:lnTo>
                  <a:pt x="32300" y="21598"/>
                </a:lnTo>
                <a:lnTo>
                  <a:pt x="42442" y="15098"/>
                </a:lnTo>
                <a:lnTo>
                  <a:pt x="84832" y="13385"/>
                </a:lnTo>
                <a:lnTo>
                  <a:pt x="103385" y="13385"/>
                </a:lnTo>
                <a:lnTo>
                  <a:pt x="103378" y="0"/>
                </a:lnTo>
                <a:close/>
              </a:path>
              <a:path w="457687" h="162576">
                <a:moveTo>
                  <a:pt x="272814" y="47847"/>
                </a:moveTo>
                <a:lnTo>
                  <a:pt x="232245" y="55763"/>
                </a:lnTo>
                <a:lnTo>
                  <a:pt x="209224" y="96906"/>
                </a:lnTo>
                <a:lnTo>
                  <a:pt x="209233" y="106373"/>
                </a:lnTo>
                <a:lnTo>
                  <a:pt x="209353" y="113801"/>
                </a:lnTo>
                <a:lnTo>
                  <a:pt x="210682" y="122880"/>
                </a:lnTo>
                <a:lnTo>
                  <a:pt x="180399" y="123351"/>
                </a:lnTo>
                <a:lnTo>
                  <a:pt x="232586" y="123351"/>
                </a:lnTo>
                <a:lnTo>
                  <a:pt x="230453" y="113801"/>
                </a:lnTo>
                <a:lnTo>
                  <a:pt x="231000" y="96906"/>
                </a:lnTo>
                <a:lnTo>
                  <a:pt x="233343" y="85086"/>
                </a:lnTo>
                <a:lnTo>
                  <a:pt x="243201" y="71539"/>
                </a:lnTo>
                <a:lnTo>
                  <a:pt x="253254" y="64829"/>
                </a:lnTo>
                <a:lnTo>
                  <a:pt x="302686" y="64829"/>
                </a:lnTo>
                <a:lnTo>
                  <a:pt x="295591" y="57834"/>
                </a:lnTo>
                <a:lnTo>
                  <a:pt x="284644" y="51245"/>
                </a:lnTo>
                <a:lnTo>
                  <a:pt x="272814" y="47847"/>
                </a:lnTo>
                <a:close/>
              </a:path>
              <a:path w="457687" h="162576">
                <a:moveTo>
                  <a:pt x="404474" y="24716"/>
                </a:moveTo>
                <a:lnTo>
                  <a:pt x="366054" y="40002"/>
                </a:lnTo>
                <a:lnTo>
                  <a:pt x="350378" y="77989"/>
                </a:lnTo>
                <a:lnTo>
                  <a:pt x="350274" y="78849"/>
                </a:lnTo>
                <a:lnTo>
                  <a:pt x="351159" y="94258"/>
                </a:lnTo>
                <a:lnTo>
                  <a:pt x="354022" y="106989"/>
                </a:lnTo>
                <a:lnTo>
                  <a:pt x="358806" y="117426"/>
                </a:lnTo>
                <a:lnTo>
                  <a:pt x="345477" y="123351"/>
                </a:lnTo>
                <a:lnTo>
                  <a:pt x="390170" y="123351"/>
                </a:lnTo>
                <a:lnTo>
                  <a:pt x="380507" y="116276"/>
                </a:lnTo>
                <a:lnTo>
                  <a:pt x="373673" y="104407"/>
                </a:lnTo>
                <a:lnTo>
                  <a:pt x="370616" y="88762"/>
                </a:lnTo>
                <a:lnTo>
                  <a:pt x="372119" y="70588"/>
                </a:lnTo>
                <a:lnTo>
                  <a:pt x="376766" y="56458"/>
                </a:lnTo>
                <a:lnTo>
                  <a:pt x="384506" y="46519"/>
                </a:lnTo>
                <a:lnTo>
                  <a:pt x="395288" y="40921"/>
                </a:lnTo>
                <a:lnTo>
                  <a:pt x="442681" y="40921"/>
                </a:lnTo>
                <a:lnTo>
                  <a:pt x="436018" y="34328"/>
                </a:lnTo>
                <a:lnTo>
                  <a:pt x="424575" y="28137"/>
                </a:lnTo>
                <a:lnTo>
                  <a:pt x="411107" y="25049"/>
                </a:lnTo>
                <a:lnTo>
                  <a:pt x="404474" y="24716"/>
                </a:lnTo>
                <a:close/>
              </a:path>
              <a:path w="457687" h="162576">
                <a:moveTo>
                  <a:pt x="103385" y="13385"/>
                </a:moveTo>
                <a:lnTo>
                  <a:pt x="84832" y="13385"/>
                </a:lnTo>
                <a:lnTo>
                  <a:pt x="84832" y="58967"/>
                </a:lnTo>
                <a:lnTo>
                  <a:pt x="83109" y="77989"/>
                </a:lnTo>
                <a:lnTo>
                  <a:pt x="78587" y="92521"/>
                </a:lnTo>
                <a:lnTo>
                  <a:pt x="71267" y="102576"/>
                </a:lnTo>
                <a:lnTo>
                  <a:pt x="61149" y="108170"/>
                </a:lnTo>
                <a:lnTo>
                  <a:pt x="109722" y="108170"/>
                </a:lnTo>
                <a:lnTo>
                  <a:pt x="106058" y="101430"/>
                </a:lnTo>
                <a:lnTo>
                  <a:pt x="103419" y="85224"/>
                </a:lnTo>
                <a:lnTo>
                  <a:pt x="103385" y="133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62340" y="381613"/>
            <a:ext cx="131860" cy="208854"/>
          </a:xfrm>
          <a:custGeom>
            <a:avLst/>
            <a:gdLst/>
            <a:ahLst/>
            <a:cxnLst/>
            <a:rect l="l" t="t" r="r" b="b"/>
            <a:pathLst>
              <a:path w="131860" h="208854">
                <a:moveTo>
                  <a:pt x="54081" y="49701"/>
                </a:moveTo>
                <a:lnTo>
                  <a:pt x="36051" y="49701"/>
                </a:lnTo>
                <a:lnTo>
                  <a:pt x="35999" y="148592"/>
                </a:lnTo>
                <a:lnTo>
                  <a:pt x="34220" y="166001"/>
                </a:lnTo>
                <a:lnTo>
                  <a:pt x="28740" y="178972"/>
                </a:lnTo>
                <a:lnTo>
                  <a:pt x="19628" y="187276"/>
                </a:lnTo>
                <a:lnTo>
                  <a:pt x="6900" y="191194"/>
                </a:lnTo>
                <a:lnTo>
                  <a:pt x="0" y="208854"/>
                </a:lnTo>
                <a:lnTo>
                  <a:pt x="38839" y="194028"/>
                </a:lnTo>
                <a:lnTo>
                  <a:pt x="51351" y="170892"/>
                </a:lnTo>
                <a:lnTo>
                  <a:pt x="96574" y="166622"/>
                </a:lnTo>
                <a:lnTo>
                  <a:pt x="110460" y="163769"/>
                </a:lnTo>
                <a:lnTo>
                  <a:pt x="120896" y="156880"/>
                </a:lnTo>
                <a:lnTo>
                  <a:pt x="126147" y="148592"/>
                </a:lnTo>
                <a:lnTo>
                  <a:pt x="54081" y="148592"/>
                </a:lnTo>
                <a:lnTo>
                  <a:pt x="54081" y="49701"/>
                </a:lnTo>
                <a:close/>
              </a:path>
              <a:path w="131860" h="208854">
                <a:moveTo>
                  <a:pt x="131860" y="0"/>
                </a:moveTo>
                <a:lnTo>
                  <a:pt x="113836" y="0"/>
                </a:lnTo>
                <a:lnTo>
                  <a:pt x="113836" y="125162"/>
                </a:lnTo>
                <a:lnTo>
                  <a:pt x="112549" y="133399"/>
                </a:lnTo>
                <a:lnTo>
                  <a:pt x="109973" y="138035"/>
                </a:lnTo>
                <a:lnTo>
                  <a:pt x="106898" y="144186"/>
                </a:lnTo>
                <a:lnTo>
                  <a:pt x="101177" y="147685"/>
                </a:lnTo>
                <a:lnTo>
                  <a:pt x="92701" y="148592"/>
                </a:lnTo>
                <a:lnTo>
                  <a:pt x="126147" y="148592"/>
                </a:lnTo>
                <a:lnTo>
                  <a:pt x="127876" y="145864"/>
                </a:lnTo>
                <a:lnTo>
                  <a:pt x="131397" y="130728"/>
                </a:lnTo>
                <a:lnTo>
                  <a:pt x="1318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37734" y="381612"/>
            <a:ext cx="0" cy="166622"/>
          </a:xfrm>
          <a:custGeom>
            <a:avLst/>
            <a:gdLst/>
            <a:ahLst/>
            <a:cxnLst/>
            <a:rect l="l" t="t" r="r" b="b"/>
            <a:pathLst>
              <a:path h="166622">
                <a:moveTo>
                  <a:pt x="0" y="0"/>
                </a:moveTo>
                <a:lnTo>
                  <a:pt x="0" y="166622"/>
                </a:lnTo>
              </a:path>
            </a:pathLst>
          </a:custGeom>
          <a:ln w="192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8405" y="406853"/>
            <a:ext cx="184060" cy="141382"/>
          </a:xfrm>
          <a:custGeom>
            <a:avLst/>
            <a:gdLst/>
            <a:ahLst/>
            <a:cxnLst/>
            <a:rect l="l" t="t" r="r" b="b"/>
            <a:pathLst>
              <a:path w="184060" h="141382">
                <a:moveTo>
                  <a:pt x="111213" y="110805"/>
                </a:moveTo>
                <a:lnTo>
                  <a:pt x="79915" y="110805"/>
                </a:lnTo>
                <a:lnTo>
                  <a:pt x="88155" y="121040"/>
                </a:lnTo>
                <a:lnTo>
                  <a:pt x="97560" y="129583"/>
                </a:lnTo>
                <a:lnTo>
                  <a:pt x="108420" y="136064"/>
                </a:lnTo>
                <a:lnTo>
                  <a:pt x="121024" y="140116"/>
                </a:lnTo>
                <a:lnTo>
                  <a:pt x="137483" y="141382"/>
                </a:lnTo>
                <a:lnTo>
                  <a:pt x="146206" y="141382"/>
                </a:lnTo>
                <a:lnTo>
                  <a:pt x="160737" y="139277"/>
                </a:lnTo>
                <a:lnTo>
                  <a:pt x="171766" y="132971"/>
                </a:lnTo>
                <a:lnTo>
                  <a:pt x="178481" y="123612"/>
                </a:lnTo>
                <a:lnTo>
                  <a:pt x="136390" y="123610"/>
                </a:lnTo>
                <a:lnTo>
                  <a:pt x="122862" y="121017"/>
                </a:lnTo>
                <a:lnTo>
                  <a:pt x="112673" y="113492"/>
                </a:lnTo>
                <a:lnTo>
                  <a:pt x="111213" y="110805"/>
                </a:lnTo>
                <a:close/>
              </a:path>
              <a:path w="184060" h="141382">
                <a:moveTo>
                  <a:pt x="184060" y="24461"/>
                </a:moveTo>
                <a:lnTo>
                  <a:pt x="166033" y="24461"/>
                </a:lnTo>
                <a:lnTo>
                  <a:pt x="165966" y="100351"/>
                </a:lnTo>
                <a:lnTo>
                  <a:pt x="164743" y="108173"/>
                </a:lnTo>
                <a:lnTo>
                  <a:pt x="162172" y="112798"/>
                </a:lnTo>
                <a:lnTo>
                  <a:pt x="158569" y="120009"/>
                </a:lnTo>
                <a:lnTo>
                  <a:pt x="151354" y="123610"/>
                </a:lnTo>
                <a:lnTo>
                  <a:pt x="136404" y="123612"/>
                </a:lnTo>
                <a:lnTo>
                  <a:pt x="178481" y="123612"/>
                </a:lnTo>
                <a:lnTo>
                  <a:pt x="179294" y="122479"/>
                </a:lnTo>
                <a:lnTo>
                  <a:pt x="183223" y="108173"/>
                </a:lnTo>
                <a:lnTo>
                  <a:pt x="183333" y="106452"/>
                </a:lnTo>
                <a:lnTo>
                  <a:pt x="184060" y="24461"/>
                </a:lnTo>
                <a:close/>
              </a:path>
              <a:path w="184060" h="141382">
                <a:moveTo>
                  <a:pt x="103440" y="0"/>
                </a:moveTo>
                <a:lnTo>
                  <a:pt x="48841" y="0"/>
                </a:lnTo>
                <a:lnTo>
                  <a:pt x="35518" y="1923"/>
                </a:lnTo>
                <a:lnTo>
                  <a:pt x="7021" y="27822"/>
                </a:lnTo>
                <a:lnTo>
                  <a:pt x="0" y="58171"/>
                </a:lnTo>
                <a:lnTo>
                  <a:pt x="1395" y="75549"/>
                </a:lnTo>
                <a:lnTo>
                  <a:pt x="20321" y="113591"/>
                </a:lnTo>
                <a:lnTo>
                  <a:pt x="42102" y="123436"/>
                </a:lnTo>
                <a:lnTo>
                  <a:pt x="58038" y="122110"/>
                </a:lnTo>
                <a:lnTo>
                  <a:pt x="70502" y="117883"/>
                </a:lnTo>
                <a:lnTo>
                  <a:pt x="79915" y="110805"/>
                </a:lnTo>
                <a:lnTo>
                  <a:pt x="111213" y="110805"/>
                </a:lnTo>
                <a:lnTo>
                  <a:pt x="109782" y="108173"/>
                </a:lnTo>
                <a:lnTo>
                  <a:pt x="61114" y="108163"/>
                </a:lnTo>
                <a:lnTo>
                  <a:pt x="45803" y="106452"/>
                </a:lnTo>
                <a:lnTo>
                  <a:pt x="33879" y="100351"/>
                </a:lnTo>
                <a:lnTo>
                  <a:pt x="25334" y="90685"/>
                </a:lnTo>
                <a:lnTo>
                  <a:pt x="20068" y="78267"/>
                </a:lnTo>
                <a:lnTo>
                  <a:pt x="17981" y="63912"/>
                </a:lnTo>
                <a:lnTo>
                  <a:pt x="19696" y="46655"/>
                </a:lnTo>
                <a:lnTo>
                  <a:pt x="24626" y="32333"/>
                </a:lnTo>
                <a:lnTo>
                  <a:pt x="32365" y="21598"/>
                </a:lnTo>
                <a:lnTo>
                  <a:pt x="42508" y="15099"/>
                </a:lnTo>
                <a:lnTo>
                  <a:pt x="84890" y="13388"/>
                </a:lnTo>
                <a:lnTo>
                  <a:pt x="103446" y="13388"/>
                </a:lnTo>
                <a:lnTo>
                  <a:pt x="103440" y="0"/>
                </a:lnTo>
                <a:close/>
              </a:path>
              <a:path w="184060" h="141382">
                <a:moveTo>
                  <a:pt x="103446" y="13388"/>
                </a:moveTo>
                <a:lnTo>
                  <a:pt x="84890" y="13388"/>
                </a:lnTo>
                <a:lnTo>
                  <a:pt x="84890" y="58971"/>
                </a:lnTo>
                <a:lnTo>
                  <a:pt x="83168" y="77993"/>
                </a:lnTo>
                <a:lnTo>
                  <a:pt x="78647" y="92524"/>
                </a:lnTo>
                <a:lnTo>
                  <a:pt x="71327" y="102580"/>
                </a:lnTo>
                <a:lnTo>
                  <a:pt x="61207" y="108173"/>
                </a:lnTo>
                <a:lnTo>
                  <a:pt x="109782" y="108173"/>
                </a:lnTo>
                <a:lnTo>
                  <a:pt x="106118" y="101431"/>
                </a:lnTo>
                <a:lnTo>
                  <a:pt x="103480" y="85226"/>
                </a:lnTo>
                <a:lnTo>
                  <a:pt x="103446" y="13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13349" y="381613"/>
            <a:ext cx="323744" cy="208854"/>
          </a:xfrm>
          <a:custGeom>
            <a:avLst/>
            <a:gdLst/>
            <a:ahLst/>
            <a:cxnLst/>
            <a:rect l="l" t="t" r="r" b="b"/>
            <a:pathLst>
              <a:path w="323744" h="208854">
                <a:moveTo>
                  <a:pt x="58693" y="49810"/>
                </a:moveTo>
                <a:lnTo>
                  <a:pt x="20859" y="60460"/>
                </a:lnTo>
                <a:lnTo>
                  <a:pt x="1194" y="95284"/>
                </a:lnTo>
                <a:lnTo>
                  <a:pt x="0" y="106982"/>
                </a:lnTo>
                <a:lnTo>
                  <a:pt x="1082" y="121281"/>
                </a:lnTo>
                <a:lnTo>
                  <a:pt x="20768" y="156056"/>
                </a:lnTo>
                <a:lnTo>
                  <a:pt x="77505" y="166622"/>
                </a:lnTo>
                <a:lnTo>
                  <a:pt x="71502" y="179853"/>
                </a:lnTo>
                <a:lnTo>
                  <a:pt x="61835" y="188190"/>
                </a:lnTo>
                <a:lnTo>
                  <a:pt x="48552" y="191535"/>
                </a:lnTo>
                <a:lnTo>
                  <a:pt x="43767" y="191601"/>
                </a:lnTo>
                <a:lnTo>
                  <a:pt x="43767" y="208854"/>
                </a:lnTo>
                <a:lnTo>
                  <a:pt x="82421" y="194030"/>
                </a:lnTo>
                <a:lnTo>
                  <a:pt x="95083" y="170898"/>
                </a:lnTo>
                <a:lnTo>
                  <a:pt x="100693" y="166622"/>
                </a:lnTo>
                <a:lnTo>
                  <a:pt x="285883" y="166622"/>
                </a:lnTo>
                <a:lnTo>
                  <a:pt x="300418" y="164517"/>
                </a:lnTo>
                <a:lnTo>
                  <a:pt x="311449" y="158212"/>
                </a:lnTo>
                <a:lnTo>
                  <a:pt x="318166" y="148852"/>
                </a:lnTo>
                <a:lnTo>
                  <a:pt x="49689" y="148852"/>
                </a:lnTo>
                <a:lnTo>
                  <a:pt x="37331" y="145853"/>
                </a:lnTo>
                <a:lnTo>
                  <a:pt x="27497" y="136853"/>
                </a:lnTo>
                <a:lnTo>
                  <a:pt x="21438" y="124489"/>
                </a:lnTo>
                <a:lnTo>
                  <a:pt x="18810" y="112532"/>
                </a:lnTo>
                <a:lnTo>
                  <a:pt x="19786" y="97362"/>
                </a:lnTo>
                <a:lnTo>
                  <a:pt x="23228" y="86057"/>
                </a:lnTo>
                <a:lnTo>
                  <a:pt x="33603" y="73088"/>
                </a:lnTo>
                <a:lnTo>
                  <a:pt x="43631" y="67157"/>
                </a:lnTo>
                <a:lnTo>
                  <a:pt x="88823" y="67157"/>
                </a:lnTo>
                <a:lnTo>
                  <a:pt x="83147" y="59996"/>
                </a:lnTo>
                <a:lnTo>
                  <a:pt x="72197" y="53166"/>
                </a:lnTo>
                <a:lnTo>
                  <a:pt x="58693" y="49810"/>
                </a:lnTo>
                <a:close/>
              </a:path>
              <a:path w="323744" h="208854">
                <a:moveTo>
                  <a:pt x="88823" y="67157"/>
                </a:moveTo>
                <a:lnTo>
                  <a:pt x="43631" y="67157"/>
                </a:lnTo>
                <a:lnTo>
                  <a:pt x="59964" y="67954"/>
                </a:lnTo>
                <a:lnTo>
                  <a:pt x="69744" y="72411"/>
                </a:lnTo>
                <a:lnTo>
                  <a:pt x="77244" y="80354"/>
                </a:lnTo>
                <a:lnTo>
                  <a:pt x="79563" y="86787"/>
                </a:lnTo>
                <a:lnTo>
                  <a:pt x="79563" y="148592"/>
                </a:lnTo>
                <a:lnTo>
                  <a:pt x="49689" y="148852"/>
                </a:lnTo>
                <a:lnTo>
                  <a:pt x="98106" y="148852"/>
                </a:lnTo>
                <a:lnTo>
                  <a:pt x="98106" y="100952"/>
                </a:lnTo>
                <a:lnTo>
                  <a:pt x="96358" y="83928"/>
                </a:lnTo>
                <a:lnTo>
                  <a:pt x="91286" y="70263"/>
                </a:lnTo>
                <a:lnTo>
                  <a:pt x="88823" y="67157"/>
                </a:lnTo>
                <a:close/>
              </a:path>
              <a:path w="323744" h="208854">
                <a:moveTo>
                  <a:pt x="182293" y="63154"/>
                </a:moveTo>
                <a:lnTo>
                  <a:pt x="144106" y="79823"/>
                </a:lnTo>
                <a:lnTo>
                  <a:pt x="133651" y="105218"/>
                </a:lnTo>
                <a:lnTo>
                  <a:pt x="134225" y="121281"/>
                </a:lnTo>
                <a:lnTo>
                  <a:pt x="134288" y="122038"/>
                </a:lnTo>
                <a:lnTo>
                  <a:pt x="136834" y="134467"/>
                </a:lnTo>
                <a:lnTo>
                  <a:pt x="141351" y="144216"/>
                </a:lnTo>
                <a:lnTo>
                  <a:pt x="131583" y="148852"/>
                </a:lnTo>
                <a:lnTo>
                  <a:pt x="278596" y="148852"/>
                </a:lnTo>
                <a:lnTo>
                  <a:pt x="278596" y="148592"/>
                </a:lnTo>
                <a:lnTo>
                  <a:pt x="179502" y="148592"/>
                </a:lnTo>
                <a:lnTo>
                  <a:pt x="166253" y="145244"/>
                </a:lnTo>
                <a:lnTo>
                  <a:pt x="157120" y="135995"/>
                </a:lnTo>
                <a:lnTo>
                  <a:pt x="152473" y="122038"/>
                </a:lnTo>
                <a:lnTo>
                  <a:pt x="153900" y="102874"/>
                </a:lnTo>
                <a:lnTo>
                  <a:pt x="158828" y="89373"/>
                </a:lnTo>
                <a:lnTo>
                  <a:pt x="167083" y="81217"/>
                </a:lnTo>
                <a:lnTo>
                  <a:pt x="178493" y="78087"/>
                </a:lnTo>
                <a:lnTo>
                  <a:pt x="212161" y="78087"/>
                </a:lnTo>
                <a:lnTo>
                  <a:pt x="205007" y="70712"/>
                </a:lnTo>
                <a:lnTo>
                  <a:pt x="194543" y="65326"/>
                </a:lnTo>
                <a:lnTo>
                  <a:pt x="182293" y="63154"/>
                </a:lnTo>
                <a:close/>
              </a:path>
              <a:path w="323744" h="208854">
                <a:moveTo>
                  <a:pt x="323744" y="0"/>
                </a:moveTo>
                <a:lnTo>
                  <a:pt x="305721" y="0"/>
                </a:lnTo>
                <a:lnTo>
                  <a:pt x="305721" y="125162"/>
                </a:lnTo>
                <a:lnTo>
                  <a:pt x="304433" y="133399"/>
                </a:lnTo>
                <a:lnTo>
                  <a:pt x="301853" y="138035"/>
                </a:lnTo>
                <a:lnTo>
                  <a:pt x="298250" y="145249"/>
                </a:lnTo>
                <a:lnTo>
                  <a:pt x="291034" y="148852"/>
                </a:lnTo>
                <a:lnTo>
                  <a:pt x="318166" y="148852"/>
                </a:lnTo>
                <a:lnTo>
                  <a:pt x="318978" y="147721"/>
                </a:lnTo>
                <a:lnTo>
                  <a:pt x="322912" y="133399"/>
                </a:lnTo>
                <a:lnTo>
                  <a:pt x="323014" y="131339"/>
                </a:lnTo>
                <a:lnTo>
                  <a:pt x="323744" y="0"/>
                </a:lnTo>
                <a:close/>
              </a:path>
              <a:path w="323744" h="208854">
                <a:moveTo>
                  <a:pt x="212161" y="78087"/>
                </a:moveTo>
                <a:lnTo>
                  <a:pt x="178493" y="78087"/>
                </a:lnTo>
                <a:lnTo>
                  <a:pt x="192361" y="80938"/>
                </a:lnTo>
                <a:lnTo>
                  <a:pt x="201626" y="89438"/>
                </a:lnTo>
                <a:lnTo>
                  <a:pt x="206085" y="102874"/>
                </a:lnTo>
                <a:lnTo>
                  <a:pt x="206132" y="105218"/>
                </a:lnTo>
                <a:lnTo>
                  <a:pt x="205007" y="123637"/>
                </a:lnTo>
                <a:lnTo>
                  <a:pt x="200512" y="137436"/>
                </a:lnTo>
                <a:lnTo>
                  <a:pt x="192783" y="145487"/>
                </a:lnTo>
                <a:lnTo>
                  <a:pt x="181847" y="148522"/>
                </a:lnTo>
                <a:lnTo>
                  <a:pt x="179502" y="148592"/>
                </a:lnTo>
                <a:lnTo>
                  <a:pt x="213237" y="148592"/>
                </a:lnTo>
                <a:lnTo>
                  <a:pt x="220001" y="138302"/>
                </a:lnTo>
                <a:lnTo>
                  <a:pt x="224057" y="126240"/>
                </a:lnTo>
                <a:lnTo>
                  <a:pt x="223210" y="107074"/>
                </a:lnTo>
                <a:lnTo>
                  <a:pt x="219659" y="91797"/>
                </a:lnTo>
                <a:lnTo>
                  <a:pt x="219561" y="91439"/>
                </a:lnTo>
                <a:lnTo>
                  <a:pt x="213438" y="79403"/>
                </a:lnTo>
                <a:lnTo>
                  <a:pt x="212161" y="78087"/>
                </a:lnTo>
                <a:close/>
              </a:path>
              <a:path w="323744" h="208854">
                <a:moveTo>
                  <a:pt x="193071" y="24754"/>
                </a:moveTo>
                <a:lnTo>
                  <a:pt x="192896" y="43263"/>
                </a:lnTo>
                <a:lnTo>
                  <a:pt x="204700" y="47742"/>
                </a:lnTo>
                <a:lnTo>
                  <a:pt x="215776" y="54104"/>
                </a:lnTo>
                <a:lnTo>
                  <a:pt x="242213" y="83249"/>
                </a:lnTo>
                <a:lnTo>
                  <a:pt x="253239" y="123637"/>
                </a:lnTo>
                <a:lnTo>
                  <a:pt x="253297" y="135995"/>
                </a:lnTo>
                <a:lnTo>
                  <a:pt x="252642" y="141905"/>
                </a:lnTo>
                <a:lnTo>
                  <a:pt x="251094" y="148592"/>
                </a:lnTo>
                <a:lnTo>
                  <a:pt x="270153" y="148592"/>
                </a:lnTo>
                <a:lnTo>
                  <a:pt x="270664" y="142930"/>
                </a:lnTo>
                <a:lnTo>
                  <a:pt x="270874" y="138302"/>
                </a:lnTo>
                <a:lnTo>
                  <a:pt x="270921" y="131339"/>
                </a:lnTo>
                <a:lnTo>
                  <a:pt x="270271" y="117369"/>
                </a:lnTo>
                <a:lnTo>
                  <a:pt x="260586" y="80236"/>
                </a:lnTo>
                <a:lnTo>
                  <a:pt x="236250" y="48238"/>
                </a:lnTo>
                <a:lnTo>
                  <a:pt x="203514" y="27707"/>
                </a:lnTo>
                <a:lnTo>
                  <a:pt x="193071" y="24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80631" y="381612"/>
            <a:ext cx="0" cy="166625"/>
          </a:xfrm>
          <a:custGeom>
            <a:avLst/>
            <a:gdLst/>
            <a:ahLst/>
            <a:cxnLst/>
            <a:rect l="l" t="t" r="r" b="b"/>
            <a:pathLst>
              <a:path h="166625">
                <a:moveTo>
                  <a:pt x="0" y="0"/>
                </a:moveTo>
                <a:lnTo>
                  <a:pt x="0" y="166625"/>
                </a:lnTo>
              </a:path>
            </a:pathLst>
          </a:custGeom>
          <a:ln w="1929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1138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77524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43862" y="364760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7999" y="0"/>
                </a:moveTo>
                <a:lnTo>
                  <a:pt x="5189" y="0"/>
                </a:lnTo>
                <a:lnTo>
                  <a:pt x="0" y="5194"/>
                </a:lnTo>
                <a:lnTo>
                  <a:pt x="0" y="18004"/>
                </a:lnTo>
                <a:lnTo>
                  <a:pt x="5189" y="23196"/>
                </a:lnTo>
                <a:lnTo>
                  <a:pt x="17999" y="23196"/>
                </a:lnTo>
                <a:lnTo>
                  <a:pt x="23194" y="18004"/>
                </a:lnTo>
                <a:lnTo>
                  <a:pt x="23194" y="5194"/>
                </a:lnTo>
                <a:lnTo>
                  <a:pt x="17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80238" y="364760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7" y="0"/>
                </a:moveTo>
                <a:lnTo>
                  <a:pt x="5198" y="0"/>
                </a:lnTo>
                <a:lnTo>
                  <a:pt x="0" y="5194"/>
                </a:lnTo>
                <a:lnTo>
                  <a:pt x="0" y="18004"/>
                </a:lnTo>
                <a:lnTo>
                  <a:pt x="5198" y="23196"/>
                </a:lnTo>
                <a:lnTo>
                  <a:pt x="18007" y="23196"/>
                </a:lnTo>
                <a:lnTo>
                  <a:pt x="23200" y="18004"/>
                </a:lnTo>
                <a:lnTo>
                  <a:pt x="23200" y="5194"/>
                </a:lnTo>
                <a:lnTo>
                  <a:pt x="18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79115" y="390889"/>
            <a:ext cx="23196" cy="23194"/>
          </a:xfrm>
          <a:custGeom>
            <a:avLst/>
            <a:gdLst/>
            <a:ahLst/>
            <a:cxnLst/>
            <a:rect l="l" t="t" r="r" b="b"/>
            <a:pathLst>
              <a:path w="23196" h="23194">
                <a:moveTo>
                  <a:pt x="18004" y="0"/>
                </a:moveTo>
                <a:lnTo>
                  <a:pt x="5194" y="0"/>
                </a:lnTo>
                <a:lnTo>
                  <a:pt x="0" y="5187"/>
                </a:lnTo>
                <a:lnTo>
                  <a:pt x="0" y="18000"/>
                </a:lnTo>
                <a:lnTo>
                  <a:pt x="5194" y="23194"/>
                </a:lnTo>
                <a:lnTo>
                  <a:pt x="18004" y="23194"/>
                </a:lnTo>
                <a:lnTo>
                  <a:pt x="23196" y="18000"/>
                </a:lnTo>
                <a:lnTo>
                  <a:pt x="23196" y="5187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15501" y="390889"/>
            <a:ext cx="23197" cy="23194"/>
          </a:xfrm>
          <a:custGeom>
            <a:avLst/>
            <a:gdLst/>
            <a:ahLst/>
            <a:cxnLst/>
            <a:rect l="l" t="t" r="r" b="b"/>
            <a:pathLst>
              <a:path w="23197" h="23194">
                <a:moveTo>
                  <a:pt x="18006" y="0"/>
                </a:moveTo>
                <a:lnTo>
                  <a:pt x="5193" y="0"/>
                </a:lnTo>
                <a:lnTo>
                  <a:pt x="0" y="5187"/>
                </a:lnTo>
                <a:lnTo>
                  <a:pt x="0" y="18000"/>
                </a:lnTo>
                <a:lnTo>
                  <a:pt x="5193" y="23194"/>
                </a:lnTo>
                <a:lnTo>
                  <a:pt x="18006" y="23194"/>
                </a:lnTo>
                <a:lnTo>
                  <a:pt x="23197" y="18000"/>
                </a:lnTo>
                <a:lnTo>
                  <a:pt x="23197" y="5187"/>
                </a:lnTo>
                <a:lnTo>
                  <a:pt x="18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68314" y="564443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8002" y="0"/>
                </a:moveTo>
                <a:lnTo>
                  <a:pt x="5191" y="0"/>
                </a:lnTo>
                <a:lnTo>
                  <a:pt x="0" y="5195"/>
                </a:lnTo>
                <a:lnTo>
                  <a:pt x="0" y="18002"/>
                </a:lnTo>
                <a:lnTo>
                  <a:pt x="5191" y="23196"/>
                </a:lnTo>
                <a:lnTo>
                  <a:pt x="18002" y="23196"/>
                </a:lnTo>
                <a:lnTo>
                  <a:pt x="23194" y="18002"/>
                </a:lnTo>
                <a:lnTo>
                  <a:pt x="23194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04696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2" y="0"/>
                </a:moveTo>
                <a:lnTo>
                  <a:pt x="5195" y="0"/>
                </a:lnTo>
                <a:lnTo>
                  <a:pt x="0" y="5195"/>
                </a:lnTo>
                <a:lnTo>
                  <a:pt x="0" y="18002"/>
                </a:lnTo>
                <a:lnTo>
                  <a:pt x="5195" y="23196"/>
                </a:lnTo>
                <a:lnTo>
                  <a:pt x="18002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61482" y="564443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8" y="0"/>
                </a:moveTo>
                <a:lnTo>
                  <a:pt x="5198" y="0"/>
                </a:lnTo>
                <a:lnTo>
                  <a:pt x="0" y="5195"/>
                </a:lnTo>
                <a:lnTo>
                  <a:pt x="0" y="18002"/>
                </a:lnTo>
                <a:lnTo>
                  <a:pt x="5198" y="23196"/>
                </a:lnTo>
                <a:lnTo>
                  <a:pt x="18008" y="23196"/>
                </a:lnTo>
                <a:lnTo>
                  <a:pt x="23200" y="18002"/>
                </a:lnTo>
                <a:lnTo>
                  <a:pt x="23200" y="5195"/>
                </a:lnTo>
                <a:lnTo>
                  <a:pt x="18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97868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4" y="0"/>
                </a:moveTo>
                <a:lnTo>
                  <a:pt x="5194" y="0"/>
                </a:lnTo>
                <a:lnTo>
                  <a:pt x="0" y="5195"/>
                </a:lnTo>
                <a:lnTo>
                  <a:pt x="0" y="18002"/>
                </a:lnTo>
                <a:lnTo>
                  <a:pt x="5194" y="23196"/>
                </a:lnTo>
                <a:lnTo>
                  <a:pt x="18004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4558" y="729190"/>
            <a:ext cx="147326" cy="204603"/>
          </a:xfrm>
          <a:custGeom>
            <a:avLst/>
            <a:gdLst/>
            <a:ahLst/>
            <a:cxnLst/>
            <a:rect l="l" t="t" r="r" b="b"/>
            <a:pathLst>
              <a:path w="147326" h="204603">
                <a:moveTo>
                  <a:pt x="20818" y="0"/>
                </a:moveTo>
                <a:lnTo>
                  <a:pt x="0" y="0"/>
                </a:lnTo>
                <a:lnTo>
                  <a:pt x="39" y="144229"/>
                </a:lnTo>
                <a:lnTo>
                  <a:pt x="15522" y="182358"/>
                </a:lnTo>
                <a:lnTo>
                  <a:pt x="51944" y="202281"/>
                </a:lnTo>
                <a:lnTo>
                  <a:pt x="66099" y="204603"/>
                </a:lnTo>
                <a:lnTo>
                  <a:pt x="85513" y="203310"/>
                </a:lnTo>
                <a:lnTo>
                  <a:pt x="102190" y="199446"/>
                </a:lnTo>
                <a:lnTo>
                  <a:pt x="116174" y="193404"/>
                </a:lnTo>
                <a:lnTo>
                  <a:pt x="127511" y="185574"/>
                </a:lnTo>
                <a:lnTo>
                  <a:pt x="128686" y="184335"/>
                </a:lnTo>
                <a:lnTo>
                  <a:pt x="77232" y="184335"/>
                </a:lnTo>
                <a:lnTo>
                  <a:pt x="58234" y="182463"/>
                </a:lnTo>
                <a:lnTo>
                  <a:pt x="24750" y="159895"/>
                </a:lnTo>
                <a:lnTo>
                  <a:pt x="20818" y="144229"/>
                </a:lnTo>
                <a:lnTo>
                  <a:pt x="20818" y="0"/>
                </a:lnTo>
                <a:close/>
              </a:path>
              <a:path w="147326" h="204603">
                <a:moveTo>
                  <a:pt x="147326" y="0"/>
                </a:moveTo>
                <a:lnTo>
                  <a:pt x="126508" y="0"/>
                </a:lnTo>
                <a:lnTo>
                  <a:pt x="126446" y="144229"/>
                </a:lnTo>
                <a:lnTo>
                  <a:pt x="123734" y="157661"/>
                </a:lnTo>
                <a:lnTo>
                  <a:pt x="116216" y="168659"/>
                </a:lnTo>
                <a:lnTo>
                  <a:pt x="105157" y="176828"/>
                </a:lnTo>
                <a:lnTo>
                  <a:pt x="91761" y="182083"/>
                </a:lnTo>
                <a:lnTo>
                  <a:pt x="77232" y="184335"/>
                </a:lnTo>
                <a:lnTo>
                  <a:pt x="128686" y="184335"/>
                </a:lnTo>
                <a:lnTo>
                  <a:pt x="136250" y="176350"/>
                </a:lnTo>
                <a:lnTo>
                  <a:pt x="142434" y="166123"/>
                </a:lnTo>
                <a:lnTo>
                  <a:pt x="146111" y="155285"/>
                </a:lnTo>
                <a:lnTo>
                  <a:pt x="147326" y="144229"/>
                </a:lnTo>
                <a:lnTo>
                  <a:pt x="1473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80116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2" y="0"/>
                </a:moveTo>
                <a:lnTo>
                  <a:pt x="81587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80" y="197024"/>
                </a:lnTo>
                <a:lnTo>
                  <a:pt x="29679" y="186812"/>
                </a:lnTo>
                <a:lnTo>
                  <a:pt x="34442" y="175163"/>
                </a:lnTo>
                <a:lnTo>
                  <a:pt x="39888" y="162029"/>
                </a:lnTo>
                <a:lnTo>
                  <a:pt x="47857" y="143054"/>
                </a:lnTo>
                <a:lnTo>
                  <a:pt x="153854" y="143054"/>
                </a:lnTo>
                <a:lnTo>
                  <a:pt x="146450" y="124372"/>
                </a:lnTo>
                <a:lnTo>
                  <a:pt x="55567" y="124372"/>
                </a:lnTo>
                <a:lnTo>
                  <a:pt x="89730" y="28468"/>
                </a:lnTo>
                <a:lnTo>
                  <a:pt x="108444" y="28468"/>
                </a:lnTo>
                <a:lnTo>
                  <a:pt x="97162" y="0"/>
                </a:lnTo>
                <a:close/>
              </a:path>
              <a:path w="178739" h="205849">
                <a:moveTo>
                  <a:pt x="153854" y="143054"/>
                </a:moveTo>
                <a:lnTo>
                  <a:pt x="131237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4" y="143054"/>
                </a:lnTo>
                <a:close/>
              </a:path>
              <a:path w="178739" h="205849">
                <a:moveTo>
                  <a:pt x="108444" y="28468"/>
                </a:moveTo>
                <a:lnTo>
                  <a:pt x="89730" y="28468"/>
                </a:lnTo>
                <a:lnTo>
                  <a:pt x="123126" y="124372"/>
                </a:lnTo>
                <a:lnTo>
                  <a:pt x="146450" y="124372"/>
                </a:lnTo>
                <a:lnTo>
                  <a:pt x="108444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85874" y="925830"/>
            <a:ext cx="119887" cy="0"/>
          </a:xfrm>
          <a:custGeom>
            <a:avLst/>
            <a:gdLst/>
            <a:ahLst/>
            <a:cxnLst/>
            <a:rect l="l" t="t" r="r" b="b"/>
            <a:pathLst>
              <a:path w="119887">
                <a:moveTo>
                  <a:pt x="0" y="0"/>
                </a:moveTo>
                <a:lnTo>
                  <a:pt x="119887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96283" y="753109"/>
            <a:ext cx="0" cy="162560"/>
          </a:xfrm>
          <a:custGeom>
            <a:avLst/>
            <a:gdLst/>
            <a:ahLst/>
            <a:cxnLst/>
            <a:rect l="l" t="t" r="r" b="b"/>
            <a:pathLst>
              <a:path h="162560">
                <a:moveTo>
                  <a:pt x="0" y="0"/>
                </a:moveTo>
                <a:lnTo>
                  <a:pt x="0" y="162560"/>
                </a:lnTo>
              </a:path>
            </a:pathLst>
          </a:custGeom>
          <a:ln w="2208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85874" y="834389"/>
            <a:ext cx="117449" cy="0"/>
          </a:xfrm>
          <a:custGeom>
            <a:avLst/>
            <a:gdLst/>
            <a:ahLst/>
            <a:cxnLst/>
            <a:rect l="l" t="t" r="r" b="b"/>
            <a:pathLst>
              <a:path w="117449">
                <a:moveTo>
                  <a:pt x="0" y="0"/>
                </a:moveTo>
                <a:lnTo>
                  <a:pt x="117449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85874" y="742950"/>
            <a:ext cx="119585" cy="0"/>
          </a:xfrm>
          <a:custGeom>
            <a:avLst/>
            <a:gdLst/>
            <a:ahLst/>
            <a:cxnLst/>
            <a:rect l="l" t="t" r="r" b="b"/>
            <a:pathLst>
              <a:path w="119585">
                <a:moveTo>
                  <a:pt x="0" y="0"/>
                </a:moveTo>
                <a:lnTo>
                  <a:pt x="119585" y="0"/>
                </a:lnTo>
              </a:path>
            </a:pathLst>
          </a:custGeom>
          <a:ln w="2158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23321" y="732720"/>
            <a:ext cx="136893" cy="203104"/>
          </a:xfrm>
          <a:custGeom>
            <a:avLst/>
            <a:gdLst/>
            <a:ahLst/>
            <a:cxnLst/>
            <a:rect l="l" t="t" r="r" b="b"/>
            <a:pathLst>
              <a:path w="136893" h="203104">
                <a:moveTo>
                  <a:pt x="72899" y="0"/>
                </a:moveTo>
                <a:lnTo>
                  <a:pt x="0" y="0"/>
                </a:lnTo>
                <a:lnTo>
                  <a:pt x="0" y="203104"/>
                </a:lnTo>
                <a:lnTo>
                  <a:pt x="20815" y="203104"/>
                </a:lnTo>
                <a:lnTo>
                  <a:pt x="20815" y="132083"/>
                </a:lnTo>
                <a:lnTo>
                  <a:pt x="72899" y="132083"/>
                </a:lnTo>
                <a:lnTo>
                  <a:pt x="89783" y="130223"/>
                </a:lnTo>
                <a:lnTo>
                  <a:pt x="103984" y="125028"/>
                </a:lnTo>
                <a:lnTo>
                  <a:pt x="115562" y="117077"/>
                </a:lnTo>
                <a:lnTo>
                  <a:pt x="120194" y="111875"/>
                </a:lnTo>
                <a:lnTo>
                  <a:pt x="20815" y="111875"/>
                </a:lnTo>
                <a:lnTo>
                  <a:pt x="20815" y="20815"/>
                </a:lnTo>
                <a:lnTo>
                  <a:pt x="120522" y="20815"/>
                </a:lnTo>
                <a:lnTo>
                  <a:pt x="118933" y="18653"/>
                </a:lnTo>
                <a:lnTo>
                  <a:pt x="108562" y="9857"/>
                </a:lnTo>
                <a:lnTo>
                  <a:pt x="95727" y="3590"/>
                </a:lnTo>
                <a:lnTo>
                  <a:pt x="80371" y="344"/>
                </a:lnTo>
                <a:lnTo>
                  <a:pt x="72899" y="0"/>
                </a:lnTo>
                <a:close/>
              </a:path>
              <a:path w="136893" h="203104">
                <a:moveTo>
                  <a:pt x="120522" y="20815"/>
                </a:moveTo>
                <a:lnTo>
                  <a:pt x="72899" y="20815"/>
                </a:lnTo>
                <a:lnTo>
                  <a:pt x="89069" y="23468"/>
                </a:lnTo>
                <a:lnTo>
                  <a:pt x="101409" y="30609"/>
                </a:lnTo>
                <a:lnTo>
                  <a:pt x="110050" y="41010"/>
                </a:lnTo>
                <a:lnTo>
                  <a:pt x="115120" y="53443"/>
                </a:lnTo>
                <a:lnTo>
                  <a:pt x="113940" y="73632"/>
                </a:lnTo>
                <a:lnTo>
                  <a:pt x="92462" y="107186"/>
                </a:lnTo>
                <a:lnTo>
                  <a:pt x="72899" y="111875"/>
                </a:lnTo>
                <a:lnTo>
                  <a:pt x="120194" y="111875"/>
                </a:lnTo>
                <a:lnTo>
                  <a:pt x="124579" y="106950"/>
                </a:lnTo>
                <a:lnTo>
                  <a:pt x="131099" y="95226"/>
                </a:lnTo>
                <a:lnTo>
                  <a:pt x="135183" y="82484"/>
                </a:lnTo>
                <a:lnTo>
                  <a:pt x="136893" y="69304"/>
                </a:lnTo>
                <a:lnTo>
                  <a:pt x="135818" y="55303"/>
                </a:lnTo>
                <a:lnTo>
                  <a:pt x="132504" y="41867"/>
                </a:lnTo>
                <a:lnTo>
                  <a:pt x="126894" y="29486"/>
                </a:lnTo>
                <a:lnTo>
                  <a:pt x="120522" y="20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61997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0" y="0"/>
                </a:moveTo>
                <a:lnTo>
                  <a:pt x="81583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79" y="197024"/>
                </a:lnTo>
                <a:lnTo>
                  <a:pt x="29678" y="186811"/>
                </a:lnTo>
                <a:lnTo>
                  <a:pt x="34440" y="175162"/>
                </a:lnTo>
                <a:lnTo>
                  <a:pt x="39886" y="162027"/>
                </a:lnTo>
                <a:lnTo>
                  <a:pt x="46036" y="147358"/>
                </a:lnTo>
                <a:lnTo>
                  <a:pt x="47861" y="143054"/>
                </a:lnTo>
                <a:lnTo>
                  <a:pt x="153853" y="143054"/>
                </a:lnTo>
                <a:lnTo>
                  <a:pt x="146449" y="124372"/>
                </a:lnTo>
                <a:lnTo>
                  <a:pt x="55563" y="124372"/>
                </a:lnTo>
                <a:lnTo>
                  <a:pt x="89728" y="28468"/>
                </a:lnTo>
                <a:lnTo>
                  <a:pt x="108442" y="28468"/>
                </a:lnTo>
                <a:lnTo>
                  <a:pt x="97160" y="0"/>
                </a:lnTo>
                <a:close/>
              </a:path>
              <a:path w="178739" h="205849">
                <a:moveTo>
                  <a:pt x="153853" y="143054"/>
                </a:moveTo>
                <a:lnTo>
                  <a:pt x="131235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3" y="143054"/>
                </a:lnTo>
                <a:close/>
              </a:path>
              <a:path w="178739" h="205849">
                <a:moveTo>
                  <a:pt x="108442" y="28468"/>
                </a:moveTo>
                <a:lnTo>
                  <a:pt x="89728" y="28468"/>
                </a:lnTo>
                <a:lnTo>
                  <a:pt x="123122" y="124372"/>
                </a:lnTo>
                <a:lnTo>
                  <a:pt x="146449" y="124372"/>
                </a:lnTo>
                <a:lnTo>
                  <a:pt x="108442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62543" y="729199"/>
            <a:ext cx="145829" cy="206947"/>
          </a:xfrm>
          <a:custGeom>
            <a:avLst/>
            <a:gdLst/>
            <a:ahLst/>
            <a:cxnLst/>
            <a:rect l="l" t="t" r="r" b="b"/>
            <a:pathLst>
              <a:path w="145829" h="206947">
                <a:moveTo>
                  <a:pt x="20928" y="153304"/>
                </a:moveTo>
                <a:lnTo>
                  <a:pt x="0" y="153715"/>
                </a:lnTo>
                <a:lnTo>
                  <a:pt x="104" y="154529"/>
                </a:lnTo>
                <a:lnTo>
                  <a:pt x="2575" y="165157"/>
                </a:lnTo>
                <a:lnTo>
                  <a:pt x="39086" y="200929"/>
                </a:lnTo>
                <a:lnTo>
                  <a:pt x="71571" y="206947"/>
                </a:lnTo>
                <a:lnTo>
                  <a:pt x="86155" y="205774"/>
                </a:lnTo>
                <a:lnTo>
                  <a:pt x="100306" y="202323"/>
                </a:lnTo>
                <a:lnTo>
                  <a:pt x="113475" y="196699"/>
                </a:lnTo>
                <a:lnTo>
                  <a:pt x="125112" y="189004"/>
                </a:lnTo>
                <a:lnTo>
                  <a:pt x="127430" y="186659"/>
                </a:lnTo>
                <a:lnTo>
                  <a:pt x="75353" y="186659"/>
                </a:lnTo>
                <a:lnTo>
                  <a:pt x="60278" y="185328"/>
                </a:lnTo>
                <a:lnTo>
                  <a:pt x="46299" y="181295"/>
                </a:lnTo>
                <a:lnTo>
                  <a:pt x="34435" y="174643"/>
                </a:lnTo>
                <a:lnTo>
                  <a:pt x="25705" y="165458"/>
                </a:lnTo>
                <a:lnTo>
                  <a:pt x="21057" y="153896"/>
                </a:lnTo>
                <a:lnTo>
                  <a:pt x="20928" y="153304"/>
                </a:lnTo>
                <a:close/>
              </a:path>
              <a:path w="145829" h="206947">
                <a:moveTo>
                  <a:pt x="77130" y="0"/>
                </a:moveTo>
                <a:lnTo>
                  <a:pt x="35531" y="8175"/>
                </a:lnTo>
                <a:lnTo>
                  <a:pt x="2968" y="45727"/>
                </a:lnTo>
                <a:lnTo>
                  <a:pt x="1341" y="57157"/>
                </a:lnTo>
                <a:lnTo>
                  <a:pt x="1541" y="62941"/>
                </a:lnTo>
                <a:lnTo>
                  <a:pt x="21095" y="99108"/>
                </a:lnTo>
                <a:lnTo>
                  <a:pt x="60198" y="111923"/>
                </a:lnTo>
                <a:lnTo>
                  <a:pt x="77694" y="113902"/>
                </a:lnTo>
                <a:lnTo>
                  <a:pt x="93196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3"/>
                </a:lnTo>
                <a:lnTo>
                  <a:pt x="114720" y="170841"/>
                </a:lnTo>
                <a:lnTo>
                  <a:pt x="103616" y="179008"/>
                </a:lnTo>
                <a:lnTo>
                  <a:pt x="90103" y="184349"/>
                </a:lnTo>
                <a:lnTo>
                  <a:pt x="75353" y="186659"/>
                </a:lnTo>
                <a:lnTo>
                  <a:pt x="127430" y="186659"/>
                </a:lnTo>
                <a:lnTo>
                  <a:pt x="134666" y="179341"/>
                </a:lnTo>
                <a:lnTo>
                  <a:pt x="141587" y="167815"/>
                </a:lnTo>
                <a:lnTo>
                  <a:pt x="145325" y="154529"/>
                </a:lnTo>
                <a:lnTo>
                  <a:pt x="145829" y="143417"/>
                </a:lnTo>
                <a:lnTo>
                  <a:pt x="145309" y="138675"/>
                </a:lnTo>
                <a:lnTo>
                  <a:pt x="120495" y="104839"/>
                </a:lnTo>
                <a:lnTo>
                  <a:pt x="80155" y="93498"/>
                </a:lnTo>
                <a:lnTo>
                  <a:pt x="61079" y="91283"/>
                </a:lnTo>
                <a:lnTo>
                  <a:pt x="46883" y="88331"/>
                </a:lnTo>
                <a:lnTo>
                  <a:pt x="34393" y="82757"/>
                </a:lnTo>
                <a:lnTo>
                  <a:pt x="25472" y="73345"/>
                </a:lnTo>
                <a:lnTo>
                  <a:pt x="23284" y="55802"/>
                </a:lnTo>
                <a:lnTo>
                  <a:pt x="24655" y="44730"/>
                </a:lnTo>
                <a:lnTo>
                  <a:pt x="56479" y="21658"/>
                </a:lnTo>
                <a:lnTo>
                  <a:pt x="72075" y="19775"/>
                </a:lnTo>
                <a:lnTo>
                  <a:pt x="124910" y="19775"/>
                </a:lnTo>
                <a:lnTo>
                  <a:pt x="114721" y="11456"/>
                </a:lnTo>
                <a:lnTo>
                  <a:pt x="102678" y="5384"/>
                </a:lnTo>
                <a:lnTo>
                  <a:pt x="89902" y="1641"/>
                </a:lnTo>
                <a:lnTo>
                  <a:pt x="77130" y="0"/>
                </a:lnTo>
                <a:close/>
              </a:path>
              <a:path w="145829" h="206947">
                <a:moveTo>
                  <a:pt x="124910" y="19775"/>
                </a:moveTo>
                <a:lnTo>
                  <a:pt x="72075" y="19775"/>
                </a:lnTo>
                <a:lnTo>
                  <a:pt x="84816" y="21039"/>
                </a:lnTo>
                <a:lnTo>
                  <a:pt x="97673" y="25134"/>
                </a:lnTo>
                <a:lnTo>
                  <a:pt x="109022" y="32515"/>
                </a:lnTo>
                <a:lnTo>
                  <a:pt x="117241" y="43636"/>
                </a:lnTo>
                <a:lnTo>
                  <a:pt x="139051" y="45927"/>
                </a:lnTo>
                <a:lnTo>
                  <a:pt x="133647" y="31500"/>
                </a:lnTo>
                <a:lnTo>
                  <a:pt x="125290" y="20086"/>
                </a:lnTo>
                <a:lnTo>
                  <a:pt x="124910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43602" y="729199"/>
            <a:ext cx="145826" cy="206945"/>
          </a:xfrm>
          <a:custGeom>
            <a:avLst/>
            <a:gdLst/>
            <a:ahLst/>
            <a:cxnLst/>
            <a:rect l="l" t="t" r="r" b="b"/>
            <a:pathLst>
              <a:path w="145826" h="206945">
                <a:moveTo>
                  <a:pt x="20925" y="153304"/>
                </a:moveTo>
                <a:lnTo>
                  <a:pt x="0" y="153717"/>
                </a:lnTo>
                <a:lnTo>
                  <a:pt x="100" y="154526"/>
                </a:lnTo>
                <a:lnTo>
                  <a:pt x="2572" y="165157"/>
                </a:lnTo>
                <a:lnTo>
                  <a:pt x="39084" y="200926"/>
                </a:lnTo>
                <a:lnTo>
                  <a:pt x="71570" y="206945"/>
                </a:lnTo>
                <a:lnTo>
                  <a:pt x="86153" y="205772"/>
                </a:lnTo>
                <a:lnTo>
                  <a:pt x="100305" y="202321"/>
                </a:lnTo>
                <a:lnTo>
                  <a:pt x="113474" y="196696"/>
                </a:lnTo>
                <a:lnTo>
                  <a:pt x="125110" y="189001"/>
                </a:lnTo>
                <a:lnTo>
                  <a:pt x="127426" y="186659"/>
                </a:lnTo>
                <a:lnTo>
                  <a:pt x="75353" y="186659"/>
                </a:lnTo>
                <a:lnTo>
                  <a:pt x="60277" y="185328"/>
                </a:lnTo>
                <a:lnTo>
                  <a:pt x="46298" y="181295"/>
                </a:lnTo>
                <a:lnTo>
                  <a:pt x="34434" y="174644"/>
                </a:lnTo>
                <a:lnTo>
                  <a:pt x="25703" y="165460"/>
                </a:lnTo>
                <a:lnTo>
                  <a:pt x="21054" y="153896"/>
                </a:lnTo>
                <a:lnTo>
                  <a:pt x="20925" y="153304"/>
                </a:lnTo>
                <a:close/>
              </a:path>
              <a:path w="145826" h="206945">
                <a:moveTo>
                  <a:pt x="77130" y="0"/>
                </a:moveTo>
                <a:lnTo>
                  <a:pt x="35529" y="8174"/>
                </a:lnTo>
                <a:lnTo>
                  <a:pt x="2967" y="45727"/>
                </a:lnTo>
                <a:lnTo>
                  <a:pt x="1339" y="57157"/>
                </a:lnTo>
                <a:lnTo>
                  <a:pt x="1539" y="62941"/>
                </a:lnTo>
                <a:lnTo>
                  <a:pt x="21092" y="99108"/>
                </a:lnTo>
                <a:lnTo>
                  <a:pt x="60194" y="111923"/>
                </a:lnTo>
                <a:lnTo>
                  <a:pt x="77691" y="113902"/>
                </a:lnTo>
                <a:lnTo>
                  <a:pt x="93193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1"/>
                </a:lnTo>
                <a:lnTo>
                  <a:pt x="114721" y="170839"/>
                </a:lnTo>
                <a:lnTo>
                  <a:pt x="103617" y="179006"/>
                </a:lnTo>
                <a:lnTo>
                  <a:pt x="90103" y="184348"/>
                </a:lnTo>
                <a:lnTo>
                  <a:pt x="75353" y="186659"/>
                </a:lnTo>
                <a:lnTo>
                  <a:pt x="127426" y="186659"/>
                </a:lnTo>
                <a:lnTo>
                  <a:pt x="134664" y="179339"/>
                </a:lnTo>
                <a:lnTo>
                  <a:pt x="141585" y="167813"/>
                </a:lnTo>
                <a:lnTo>
                  <a:pt x="145323" y="154526"/>
                </a:lnTo>
                <a:lnTo>
                  <a:pt x="145826" y="143445"/>
                </a:lnTo>
                <a:lnTo>
                  <a:pt x="145315" y="138738"/>
                </a:lnTo>
                <a:lnTo>
                  <a:pt x="120499" y="104873"/>
                </a:lnTo>
                <a:lnTo>
                  <a:pt x="80229" y="93507"/>
                </a:lnTo>
                <a:lnTo>
                  <a:pt x="64813" y="91786"/>
                </a:lnTo>
                <a:lnTo>
                  <a:pt x="50058" y="89050"/>
                </a:lnTo>
                <a:lnTo>
                  <a:pt x="37236" y="84298"/>
                </a:lnTo>
                <a:lnTo>
                  <a:pt x="27623" y="76527"/>
                </a:lnTo>
                <a:lnTo>
                  <a:pt x="22492" y="64734"/>
                </a:lnTo>
                <a:lnTo>
                  <a:pt x="22891" y="50217"/>
                </a:lnTo>
                <a:lnTo>
                  <a:pt x="59832" y="20873"/>
                </a:lnTo>
                <a:lnTo>
                  <a:pt x="72071" y="19775"/>
                </a:lnTo>
                <a:lnTo>
                  <a:pt x="124908" y="19775"/>
                </a:lnTo>
                <a:lnTo>
                  <a:pt x="114720" y="11457"/>
                </a:lnTo>
                <a:lnTo>
                  <a:pt x="102677" y="5385"/>
                </a:lnTo>
                <a:lnTo>
                  <a:pt x="89900" y="1641"/>
                </a:lnTo>
                <a:lnTo>
                  <a:pt x="77130" y="0"/>
                </a:lnTo>
                <a:close/>
              </a:path>
              <a:path w="145826" h="206945">
                <a:moveTo>
                  <a:pt x="124908" y="19775"/>
                </a:moveTo>
                <a:lnTo>
                  <a:pt x="72071" y="19775"/>
                </a:lnTo>
                <a:lnTo>
                  <a:pt x="84814" y="21039"/>
                </a:lnTo>
                <a:lnTo>
                  <a:pt x="97671" y="25134"/>
                </a:lnTo>
                <a:lnTo>
                  <a:pt x="109020" y="32514"/>
                </a:lnTo>
                <a:lnTo>
                  <a:pt x="117240" y="43633"/>
                </a:lnTo>
                <a:lnTo>
                  <a:pt x="139051" y="45927"/>
                </a:lnTo>
                <a:lnTo>
                  <a:pt x="133646" y="31500"/>
                </a:lnTo>
                <a:lnTo>
                  <a:pt x="125290" y="20086"/>
                </a:lnTo>
                <a:lnTo>
                  <a:pt x="124908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07146" y="357837"/>
            <a:ext cx="562007" cy="587436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148342" y="2883663"/>
            <a:ext cx="3043657" cy="723860"/>
          </a:xfrm>
          <a:custGeom>
            <a:avLst/>
            <a:gdLst/>
            <a:ahLst/>
            <a:cxnLst/>
            <a:rect l="l" t="t" r="r" b="b"/>
            <a:pathLst>
              <a:path w="3043657" h="723860">
                <a:moveTo>
                  <a:pt x="1672306" y="0"/>
                </a:moveTo>
                <a:lnTo>
                  <a:pt x="1591026" y="366"/>
                </a:lnTo>
                <a:lnTo>
                  <a:pt x="1510289" y="2832"/>
                </a:lnTo>
                <a:lnTo>
                  <a:pt x="1430091" y="7384"/>
                </a:lnTo>
                <a:lnTo>
                  <a:pt x="1350431" y="14015"/>
                </a:lnTo>
                <a:lnTo>
                  <a:pt x="1271304" y="22713"/>
                </a:lnTo>
                <a:lnTo>
                  <a:pt x="1192710" y="33468"/>
                </a:lnTo>
                <a:lnTo>
                  <a:pt x="1114644" y="46269"/>
                </a:lnTo>
                <a:lnTo>
                  <a:pt x="1037106" y="61107"/>
                </a:lnTo>
                <a:lnTo>
                  <a:pt x="960091" y="77970"/>
                </a:lnTo>
                <a:lnTo>
                  <a:pt x="883597" y="96850"/>
                </a:lnTo>
                <a:lnTo>
                  <a:pt x="807622" y="117735"/>
                </a:lnTo>
                <a:lnTo>
                  <a:pt x="732163" y="140615"/>
                </a:lnTo>
                <a:lnTo>
                  <a:pt x="657218" y="165479"/>
                </a:lnTo>
                <a:lnTo>
                  <a:pt x="582783" y="192319"/>
                </a:lnTo>
                <a:lnTo>
                  <a:pt x="508857" y="221122"/>
                </a:lnTo>
                <a:lnTo>
                  <a:pt x="435436" y="251879"/>
                </a:lnTo>
                <a:lnTo>
                  <a:pt x="362518" y="284580"/>
                </a:lnTo>
                <a:lnTo>
                  <a:pt x="290100" y="319214"/>
                </a:lnTo>
                <a:lnTo>
                  <a:pt x="218180" y="355771"/>
                </a:lnTo>
                <a:lnTo>
                  <a:pt x="146756" y="394241"/>
                </a:lnTo>
                <a:lnTo>
                  <a:pt x="102559" y="420180"/>
                </a:lnTo>
                <a:lnTo>
                  <a:pt x="62462" y="448697"/>
                </a:lnTo>
                <a:lnTo>
                  <a:pt x="29787" y="480824"/>
                </a:lnTo>
                <a:lnTo>
                  <a:pt x="7858" y="517597"/>
                </a:lnTo>
                <a:lnTo>
                  <a:pt x="0" y="560050"/>
                </a:lnTo>
                <a:lnTo>
                  <a:pt x="1081" y="575642"/>
                </a:lnTo>
                <a:lnTo>
                  <a:pt x="17151" y="627276"/>
                </a:lnTo>
                <a:lnTo>
                  <a:pt x="37426" y="662321"/>
                </a:lnTo>
                <a:lnTo>
                  <a:pt x="70804" y="698347"/>
                </a:lnTo>
                <a:lnTo>
                  <a:pt x="107652" y="718009"/>
                </a:lnTo>
                <a:lnTo>
                  <a:pt x="147252" y="723860"/>
                </a:lnTo>
                <a:lnTo>
                  <a:pt x="160940" y="723183"/>
                </a:lnTo>
                <a:lnTo>
                  <a:pt x="203097" y="714588"/>
                </a:lnTo>
                <a:lnTo>
                  <a:pt x="246337" y="698136"/>
                </a:lnTo>
                <a:lnTo>
                  <a:pt x="289943" y="676379"/>
                </a:lnTo>
                <a:lnTo>
                  <a:pt x="431260" y="604040"/>
                </a:lnTo>
                <a:lnTo>
                  <a:pt x="572585" y="539865"/>
                </a:lnTo>
                <a:lnTo>
                  <a:pt x="713918" y="483761"/>
                </a:lnTo>
                <a:lnTo>
                  <a:pt x="855257" y="435639"/>
                </a:lnTo>
                <a:lnTo>
                  <a:pt x="996601" y="395405"/>
                </a:lnTo>
                <a:lnTo>
                  <a:pt x="1137950" y="362970"/>
                </a:lnTo>
                <a:lnTo>
                  <a:pt x="1279303" y="338242"/>
                </a:lnTo>
                <a:lnTo>
                  <a:pt x="1420658" y="321129"/>
                </a:lnTo>
                <a:lnTo>
                  <a:pt x="1562015" y="311541"/>
                </a:lnTo>
                <a:lnTo>
                  <a:pt x="1703373" y="309386"/>
                </a:lnTo>
                <a:lnTo>
                  <a:pt x="3043657" y="309386"/>
                </a:lnTo>
                <a:lnTo>
                  <a:pt x="3043657" y="289957"/>
                </a:lnTo>
                <a:lnTo>
                  <a:pt x="2962100" y="255242"/>
                </a:lnTo>
                <a:lnTo>
                  <a:pt x="2885105" y="224661"/>
                </a:lnTo>
                <a:lnTo>
                  <a:pt x="2807647" y="195964"/>
                </a:lnTo>
                <a:lnTo>
                  <a:pt x="2729721" y="169164"/>
                </a:lnTo>
                <a:lnTo>
                  <a:pt x="2651325" y="144277"/>
                </a:lnTo>
                <a:lnTo>
                  <a:pt x="2572454" y="121317"/>
                </a:lnTo>
                <a:lnTo>
                  <a:pt x="2493103" y="100298"/>
                </a:lnTo>
                <a:lnTo>
                  <a:pt x="2413268" y="81234"/>
                </a:lnTo>
                <a:lnTo>
                  <a:pt x="2332946" y="64140"/>
                </a:lnTo>
                <a:lnTo>
                  <a:pt x="2252131" y="49029"/>
                </a:lnTo>
                <a:lnTo>
                  <a:pt x="2170821" y="35917"/>
                </a:lnTo>
                <a:lnTo>
                  <a:pt x="2089010" y="24817"/>
                </a:lnTo>
                <a:lnTo>
                  <a:pt x="2006695" y="15743"/>
                </a:lnTo>
                <a:lnTo>
                  <a:pt x="1923871" y="8710"/>
                </a:lnTo>
                <a:lnTo>
                  <a:pt x="1840534" y="3732"/>
                </a:lnTo>
                <a:lnTo>
                  <a:pt x="1756681" y="824"/>
                </a:lnTo>
                <a:lnTo>
                  <a:pt x="1672306" y="0"/>
                </a:lnTo>
                <a:close/>
              </a:path>
              <a:path w="3043657" h="723860">
                <a:moveTo>
                  <a:pt x="3043657" y="309386"/>
                </a:moveTo>
                <a:lnTo>
                  <a:pt x="1703373" y="309386"/>
                </a:lnTo>
                <a:lnTo>
                  <a:pt x="1844731" y="314573"/>
                </a:lnTo>
                <a:lnTo>
                  <a:pt x="1986088" y="327010"/>
                </a:lnTo>
                <a:lnTo>
                  <a:pt x="2127444" y="346607"/>
                </a:lnTo>
                <a:lnTo>
                  <a:pt x="2268796" y="373272"/>
                </a:lnTo>
                <a:lnTo>
                  <a:pt x="2410145" y="406914"/>
                </a:lnTo>
                <a:lnTo>
                  <a:pt x="2551490" y="447441"/>
                </a:lnTo>
                <a:lnTo>
                  <a:pt x="2692829" y="494762"/>
                </a:lnTo>
                <a:lnTo>
                  <a:pt x="2834161" y="548787"/>
                </a:lnTo>
                <a:lnTo>
                  <a:pt x="2975487" y="609424"/>
                </a:lnTo>
                <a:lnTo>
                  <a:pt x="3043657" y="641820"/>
                </a:lnTo>
                <a:lnTo>
                  <a:pt x="3043657" y="3093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885330" y="4977029"/>
            <a:ext cx="318059" cy="317160"/>
          </a:xfrm>
          <a:custGeom>
            <a:avLst/>
            <a:gdLst/>
            <a:ahLst/>
            <a:cxnLst/>
            <a:rect l="l" t="t" r="r" b="b"/>
            <a:pathLst>
              <a:path w="318059" h="317160">
                <a:moveTo>
                  <a:pt x="169508" y="0"/>
                </a:moveTo>
                <a:lnTo>
                  <a:pt x="123623" y="5350"/>
                </a:lnTo>
                <a:lnTo>
                  <a:pt x="83232" y="20772"/>
                </a:lnTo>
                <a:lnTo>
                  <a:pt x="49405" y="44909"/>
                </a:lnTo>
                <a:lnTo>
                  <a:pt x="23610" y="76004"/>
                </a:lnTo>
                <a:lnTo>
                  <a:pt x="6718" y="112906"/>
                </a:lnTo>
                <a:lnTo>
                  <a:pt x="0" y="154058"/>
                </a:lnTo>
                <a:lnTo>
                  <a:pt x="642" y="169271"/>
                </a:lnTo>
                <a:lnTo>
                  <a:pt x="9954" y="212047"/>
                </a:lnTo>
                <a:lnTo>
                  <a:pt x="29152" y="249437"/>
                </a:lnTo>
                <a:lnTo>
                  <a:pt x="56701" y="280038"/>
                </a:lnTo>
                <a:lnTo>
                  <a:pt x="91066" y="302447"/>
                </a:lnTo>
                <a:lnTo>
                  <a:pt x="130712" y="315262"/>
                </a:lnTo>
                <a:lnTo>
                  <a:pt x="144835" y="317160"/>
                </a:lnTo>
                <a:lnTo>
                  <a:pt x="161035" y="316642"/>
                </a:lnTo>
                <a:lnTo>
                  <a:pt x="206060" y="308082"/>
                </a:lnTo>
                <a:lnTo>
                  <a:pt x="244919" y="290111"/>
                </a:lnTo>
                <a:lnTo>
                  <a:pt x="276574" y="264139"/>
                </a:lnTo>
                <a:lnTo>
                  <a:pt x="299986" y="231577"/>
                </a:lnTo>
                <a:lnTo>
                  <a:pt x="314119" y="193836"/>
                </a:lnTo>
                <a:lnTo>
                  <a:pt x="318059" y="158736"/>
                </a:lnTo>
                <a:lnTo>
                  <a:pt x="317387" y="144044"/>
                </a:lnTo>
                <a:lnTo>
                  <a:pt x="307775" y="102441"/>
                </a:lnTo>
                <a:lnTo>
                  <a:pt x="288020" y="65795"/>
                </a:lnTo>
                <a:lnTo>
                  <a:pt x="259726" y="35707"/>
                </a:lnTo>
                <a:lnTo>
                  <a:pt x="224497" y="13778"/>
                </a:lnTo>
                <a:lnTo>
                  <a:pt x="183936" y="1610"/>
                </a:lnTo>
                <a:lnTo>
                  <a:pt x="169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653346" y="3698473"/>
            <a:ext cx="317130" cy="318062"/>
          </a:xfrm>
          <a:custGeom>
            <a:avLst/>
            <a:gdLst/>
            <a:ahLst/>
            <a:cxnLst/>
            <a:rect l="l" t="t" r="r" b="b"/>
            <a:pathLst>
              <a:path w="317130" h="318062">
                <a:moveTo>
                  <a:pt x="163057" y="0"/>
                </a:moveTo>
                <a:lnTo>
                  <a:pt x="118803" y="5679"/>
                </a:lnTo>
                <a:lnTo>
                  <a:pt x="79470" y="21761"/>
                </a:lnTo>
                <a:lnTo>
                  <a:pt x="46460" y="46707"/>
                </a:lnTo>
                <a:lnTo>
                  <a:pt x="21174" y="78981"/>
                </a:lnTo>
                <a:lnTo>
                  <a:pt x="5012" y="117046"/>
                </a:lnTo>
                <a:lnTo>
                  <a:pt x="0" y="144880"/>
                </a:lnTo>
                <a:lnTo>
                  <a:pt x="517" y="161080"/>
                </a:lnTo>
                <a:lnTo>
                  <a:pt x="9076" y="206104"/>
                </a:lnTo>
                <a:lnTo>
                  <a:pt x="27047" y="244958"/>
                </a:lnTo>
                <a:lnTo>
                  <a:pt x="53021" y="276605"/>
                </a:lnTo>
                <a:lnTo>
                  <a:pt x="85589" y="300007"/>
                </a:lnTo>
                <a:lnTo>
                  <a:pt x="123343" y="314129"/>
                </a:lnTo>
                <a:lnTo>
                  <a:pt x="158424" y="318062"/>
                </a:lnTo>
                <a:lnTo>
                  <a:pt x="173114" y="317389"/>
                </a:lnTo>
                <a:lnTo>
                  <a:pt x="214712" y="307778"/>
                </a:lnTo>
                <a:lnTo>
                  <a:pt x="251355" y="288022"/>
                </a:lnTo>
                <a:lnTo>
                  <a:pt x="281440" y="259726"/>
                </a:lnTo>
                <a:lnTo>
                  <a:pt x="303364" y="224492"/>
                </a:lnTo>
                <a:lnTo>
                  <a:pt x="315524" y="183923"/>
                </a:lnTo>
                <a:lnTo>
                  <a:pt x="317130" y="169491"/>
                </a:lnTo>
                <a:lnTo>
                  <a:pt x="316554" y="153663"/>
                </a:lnTo>
                <a:lnTo>
                  <a:pt x="307681" y="109488"/>
                </a:lnTo>
                <a:lnTo>
                  <a:pt x="289222" y="71190"/>
                </a:lnTo>
                <a:lnTo>
                  <a:pt x="262632" y="39941"/>
                </a:lnTo>
                <a:lnTo>
                  <a:pt x="229369" y="16915"/>
                </a:lnTo>
                <a:lnTo>
                  <a:pt x="190889" y="3286"/>
                </a:lnTo>
                <a:lnTo>
                  <a:pt x="1630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25417" y="5414608"/>
            <a:ext cx="456676" cy="1012010"/>
          </a:xfrm>
          <a:custGeom>
            <a:avLst/>
            <a:gdLst/>
            <a:ahLst/>
            <a:cxnLst/>
            <a:rect l="l" t="t" r="r" b="b"/>
            <a:pathLst>
              <a:path w="456676" h="1012010">
                <a:moveTo>
                  <a:pt x="297596" y="0"/>
                </a:moveTo>
                <a:lnTo>
                  <a:pt x="256815" y="5378"/>
                </a:lnTo>
                <a:lnTo>
                  <a:pt x="220037" y="20574"/>
                </a:lnTo>
                <a:lnTo>
                  <a:pt x="188647" y="44072"/>
                </a:lnTo>
                <a:lnTo>
                  <a:pt x="163801" y="74499"/>
                </a:lnTo>
                <a:lnTo>
                  <a:pt x="159047" y="81220"/>
                </a:lnTo>
                <a:lnTo>
                  <a:pt x="158408" y="82800"/>
                </a:lnTo>
                <a:lnTo>
                  <a:pt x="157836" y="84345"/>
                </a:lnTo>
                <a:lnTo>
                  <a:pt x="157199" y="85925"/>
                </a:lnTo>
                <a:lnTo>
                  <a:pt x="127347" y="164754"/>
                </a:lnTo>
                <a:lnTo>
                  <a:pt x="109367" y="220064"/>
                </a:lnTo>
                <a:lnTo>
                  <a:pt x="93157" y="274856"/>
                </a:lnTo>
                <a:lnTo>
                  <a:pt x="78625" y="328849"/>
                </a:lnTo>
                <a:lnTo>
                  <a:pt x="65682" y="381759"/>
                </a:lnTo>
                <a:lnTo>
                  <a:pt x="54235" y="433303"/>
                </a:lnTo>
                <a:lnTo>
                  <a:pt x="44193" y="483200"/>
                </a:lnTo>
                <a:lnTo>
                  <a:pt x="35465" y="531166"/>
                </a:lnTo>
                <a:lnTo>
                  <a:pt x="27960" y="576919"/>
                </a:lnTo>
                <a:lnTo>
                  <a:pt x="21586" y="620176"/>
                </a:lnTo>
                <a:lnTo>
                  <a:pt x="16253" y="660655"/>
                </a:lnTo>
                <a:lnTo>
                  <a:pt x="8341" y="732147"/>
                </a:lnTo>
                <a:lnTo>
                  <a:pt x="3495" y="789134"/>
                </a:lnTo>
                <a:lnTo>
                  <a:pt x="984" y="829355"/>
                </a:lnTo>
                <a:lnTo>
                  <a:pt x="0" y="853304"/>
                </a:lnTo>
                <a:lnTo>
                  <a:pt x="672" y="867994"/>
                </a:lnTo>
                <a:lnTo>
                  <a:pt x="10283" y="909592"/>
                </a:lnTo>
                <a:lnTo>
                  <a:pt x="30039" y="946235"/>
                </a:lnTo>
                <a:lnTo>
                  <a:pt x="58335" y="976320"/>
                </a:lnTo>
                <a:lnTo>
                  <a:pt x="93604" y="998258"/>
                </a:lnTo>
                <a:lnTo>
                  <a:pt x="134139" y="1010403"/>
                </a:lnTo>
                <a:lnTo>
                  <a:pt x="148570" y="1012010"/>
                </a:lnTo>
                <a:lnTo>
                  <a:pt x="164157" y="1011477"/>
                </a:lnTo>
                <a:lnTo>
                  <a:pt x="207455" y="1003126"/>
                </a:lnTo>
                <a:lnTo>
                  <a:pt x="244865" y="985691"/>
                </a:lnTo>
                <a:lnTo>
                  <a:pt x="275502" y="960514"/>
                </a:lnTo>
                <a:lnTo>
                  <a:pt x="298476" y="928939"/>
                </a:lnTo>
                <a:lnTo>
                  <a:pt x="312900" y="892309"/>
                </a:lnTo>
                <a:lnTo>
                  <a:pt x="313792" y="889529"/>
                </a:lnTo>
                <a:lnTo>
                  <a:pt x="313827" y="888655"/>
                </a:lnTo>
                <a:lnTo>
                  <a:pt x="316238" y="876308"/>
                </a:lnTo>
                <a:lnTo>
                  <a:pt x="317730" y="863685"/>
                </a:lnTo>
                <a:lnTo>
                  <a:pt x="317507" y="847023"/>
                </a:lnTo>
                <a:lnTo>
                  <a:pt x="316540" y="837846"/>
                </a:lnTo>
                <a:lnTo>
                  <a:pt x="320321" y="784903"/>
                </a:lnTo>
                <a:lnTo>
                  <a:pt x="325233" y="733580"/>
                </a:lnTo>
                <a:lnTo>
                  <a:pt x="331133" y="683994"/>
                </a:lnTo>
                <a:lnTo>
                  <a:pt x="337879" y="636264"/>
                </a:lnTo>
                <a:lnTo>
                  <a:pt x="345327" y="590509"/>
                </a:lnTo>
                <a:lnTo>
                  <a:pt x="353333" y="546847"/>
                </a:lnTo>
                <a:lnTo>
                  <a:pt x="361754" y="505397"/>
                </a:lnTo>
                <a:lnTo>
                  <a:pt x="370446" y="466277"/>
                </a:lnTo>
                <a:lnTo>
                  <a:pt x="388073" y="395501"/>
                </a:lnTo>
                <a:lnTo>
                  <a:pt x="405067" y="335467"/>
                </a:lnTo>
                <a:lnTo>
                  <a:pt x="420281" y="287124"/>
                </a:lnTo>
                <a:lnTo>
                  <a:pt x="437255" y="238603"/>
                </a:lnTo>
                <a:lnTo>
                  <a:pt x="443773" y="221718"/>
                </a:lnTo>
                <a:lnTo>
                  <a:pt x="456092" y="172664"/>
                </a:lnTo>
                <a:lnTo>
                  <a:pt x="456676" y="159560"/>
                </a:lnTo>
                <a:lnTo>
                  <a:pt x="456006" y="144818"/>
                </a:lnTo>
                <a:lnTo>
                  <a:pt x="446426" y="103101"/>
                </a:lnTo>
                <a:lnTo>
                  <a:pt x="426732" y="66379"/>
                </a:lnTo>
                <a:lnTo>
                  <a:pt x="398518" y="36235"/>
                </a:lnTo>
                <a:lnTo>
                  <a:pt x="363377" y="14251"/>
                </a:lnTo>
                <a:lnTo>
                  <a:pt x="322904" y="2011"/>
                </a:lnTo>
                <a:lnTo>
                  <a:pt x="308504" y="369"/>
                </a:lnTo>
                <a:lnTo>
                  <a:pt x="2975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634548" y="4264774"/>
            <a:ext cx="3557451" cy="2593225"/>
          </a:xfrm>
          <a:custGeom>
            <a:avLst/>
            <a:gdLst/>
            <a:ahLst/>
            <a:cxnLst/>
            <a:rect l="l" t="t" r="r" b="b"/>
            <a:pathLst>
              <a:path w="3557451" h="2593225">
                <a:moveTo>
                  <a:pt x="2264456" y="0"/>
                </a:moveTo>
                <a:lnTo>
                  <a:pt x="2053808" y="9709"/>
                </a:lnTo>
                <a:lnTo>
                  <a:pt x="1842173" y="39556"/>
                </a:lnTo>
                <a:lnTo>
                  <a:pt x="1630895" y="90223"/>
                </a:lnTo>
                <a:lnTo>
                  <a:pt x="1421322" y="162390"/>
                </a:lnTo>
                <a:lnTo>
                  <a:pt x="1232507" y="246005"/>
                </a:lnTo>
                <a:lnTo>
                  <a:pt x="1058031" y="339956"/>
                </a:lnTo>
                <a:lnTo>
                  <a:pt x="897685" y="443675"/>
                </a:lnTo>
                <a:lnTo>
                  <a:pt x="751262" y="556597"/>
                </a:lnTo>
                <a:lnTo>
                  <a:pt x="618553" y="678157"/>
                </a:lnTo>
                <a:lnTo>
                  <a:pt x="499351" y="807788"/>
                </a:lnTo>
                <a:lnTo>
                  <a:pt x="393447" y="944924"/>
                </a:lnTo>
                <a:lnTo>
                  <a:pt x="300634" y="1089001"/>
                </a:lnTo>
                <a:lnTo>
                  <a:pt x="220703" y="1239452"/>
                </a:lnTo>
                <a:lnTo>
                  <a:pt x="153447" y="1395712"/>
                </a:lnTo>
                <a:lnTo>
                  <a:pt x="98656" y="1557214"/>
                </a:lnTo>
                <a:lnTo>
                  <a:pt x="56125" y="1723393"/>
                </a:lnTo>
                <a:lnTo>
                  <a:pt x="25643" y="1893683"/>
                </a:lnTo>
                <a:lnTo>
                  <a:pt x="7004" y="2067519"/>
                </a:lnTo>
                <a:lnTo>
                  <a:pt x="0" y="2244334"/>
                </a:lnTo>
                <a:lnTo>
                  <a:pt x="4421" y="2423564"/>
                </a:lnTo>
                <a:lnTo>
                  <a:pt x="19075" y="2593225"/>
                </a:lnTo>
                <a:lnTo>
                  <a:pt x="335287" y="2593225"/>
                </a:lnTo>
                <a:lnTo>
                  <a:pt x="327888" y="2545508"/>
                </a:lnTo>
                <a:lnTo>
                  <a:pt x="314035" y="2356112"/>
                </a:lnTo>
                <a:lnTo>
                  <a:pt x="315703" y="2170872"/>
                </a:lnTo>
                <a:lnTo>
                  <a:pt x="332362" y="1990483"/>
                </a:lnTo>
                <a:lnTo>
                  <a:pt x="363480" y="1815640"/>
                </a:lnTo>
                <a:lnTo>
                  <a:pt x="408527" y="1647038"/>
                </a:lnTo>
                <a:lnTo>
                  <a:pt x="466973" y="1485374"/>
                </a:lnTo>
                <a:lnTo>
                  <a:pt x="538287" y="1331341"/>
                </a:lnTo>
                <a:lnTo>
                  <a:pt x="621938" y="1185636"/>
                </a:lnTo>
                <a:lnTo>
                  <a:pt x="717396" y="1048953"/>
                </a:lnTo>
                <a:lnTo>
                  <a:pt x="824130" y="921988"/>
                </a:lnTo>
                <a:lnTo>
                  <a:pt x="941610" y="805436"/>
                </a:lnTo>
                <a:lnTo>
                  <a:pt x="1069306" y="699992"/>
                </a:lnTo>
                <a:lnTo>
                  <a:pt x="1206686" y="606351"/>
                </a:lnTo>
                <a:lnTo>
                  <a:pt x="1353219" y="525210"/>
                </a:lnTo>
                <a:lnTo>
                  <a:pt x="1508377" y="457262"/>
                </a:lnTo>
                <a:lnTo>
                  <a:pt x="1671627" y="403203"/>
                </a:lnTo>
                <a:lnTo>
                  <a:pt x="1842439" y="363730"/>
                </a:lnTo>
                <a:lnTo>
                  <a:pt x="2020284" y="339535"/>
                </a:lnTo>
                <a:lnTo>
                  <a:pt x="2204629" y="331316"/>
                </a:lnTo>
                <a:lnTo>
                  <a:pt x="3439351" y="331316"/>
                </a:lnTo>
                <a:lnTo>
                  <a:pt x="3432183" y="326473"/>
                </a:lnTo>
                <a:lnTo>
                  <a:pt x="3255741" y="229667"/>
                </a:lnTo>
                <a:lnTo>
                  <a:pt x="3070232" y="148910"/>
                </a:lnTo>
                <a:lnTo>
                  <a:pt x="2877003" y="84883"/>
                </a:lnTo>
                <a:lnTo>
                  <a:pt x="2677400" y="38268"/>
                </a:lnTo>
                <a:lnTo>
                  <a:pt x="2472768" y="9746"/>
                </a:lnTo>
                <a:lnTo>
                  <a:pt x="2264456" y="0"/>
                </a:lnTo>
                <a:close/>
              </a:path>
              <a:path w="3557451" h="2593225">
                <a:moveTo>
                  <a:pt x="3439351" y="331316"/>
                </a:moveTo>
                <a:lnTo>
                  <a:pt x="2204629" y="331316"/>
                </a:lnTo>
                <a:lnTo>
                  <a:pt x="2373897" y="336648"/>
                </a:lnTo>
                <a:lnTo>
                  <a:pt x="2537229" y="352468"/>
                </a:lnTo>
                <a:lnTo>
                  <a:pt x="2694331" y="378508"/>
                </a:lnTo>
                <a:lnTo>
                  <a:pt x="2844903" y="414502"/>
                </a:lnTo>
                <a:lnTo>
                  <a:pt x="2988651" y="460184"/>
                </a:lnTo>
                <a:lnTo>
                  <a:pt x="3125276" y="515287"/>
                </a:lnTo>
                <a:lnTo>
                  <a:pt x="3254482" y="579544"/>
                </a:lnTo>
                <a:lnTo>
                  <a:pt x="3375972" y="652690"/>
                </a:lnTo>
                <a:lnTo>
                  <a:pt x="3489448" y="734457"/>
                </a:lnTo>
                <a:lnTo>
                  <a:pt x="3557451" y="792732"/>
                </a:lnTo>
                <a:lnTo>
                  <a:pt x="3557451" y="411108"/>
                </a:lnTo>
                <a:lnTo>
                  <a:pt x="3439351" y="331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29272" y="3996324"/>
            <a:ext cx="7379" cy="2063"/>
          </a:xfrm>
          <a:custGeom>
            <a:avLst/>
            <a:gdLst/>
            <a:ahLst/>
            <a:cxnLst/>
            <a:rect l="l" t="t" r="r" b="b"/>
            <a:pathLst>
              <a:path w="7379" h="2063">
                <a:moveTo>
                  <a:pt x="7379" y="0"/>
                </a:moveTo>
                <a:lnTo>
                  <a:pt x="3695" y="1089"/>
                </a:lnTo>
                <a:lnTo>
                  <a:pt x="0" y="2063"/>
                </a:lnTo>
                <a:lnTo>
                  <a:pt x="369" y="2030"/>
                </a:lnTo>
                <a:lnTo>
                  <a:pt x="4065" y="1391"/>
                </a:lnTo>
                <a:lnTo>
                  <a:pt x="73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382355" y="3688061"/>
            <a:ext cx="1876182" cy="1478979"/>
          </a:xfrm>
          <a:custGeom>
            <a:avLst/>
            <a:gdLst/>
            <a:ahLst/>
            <a:cxnLst/>
            <a:rect l="l" t="t" r="r" b="b"/>
            <a:pathLst>
              <a:path w="1876182" h="1478979">
                <a:moveTo>
                  <a:pt x="1722300" y="0"/>
                </a:moveTo>
                <a:lnTo>
                  <a:pt x="1682547" y="5812"/>
                </a:lnTo>
                <a:lnTo>
                  <a:pt x="1621133" y="24798"/>
                </a:lnTo>
                <a:lnTo>
                  <a:pt x="1583399" y="37259"/>
                </a:lnTo>
                <a:lnTo>
                  <a:pt x="1546286" y="50125"/>
                </a:lnTo>
                <a:lnTo>
                  <a:pt x="1509755" y="63396"/>
                </a:lnTo>
                <a:lnTo>
                  <a:pt x="1473768" y="77068"/>
                </a:lnTo>
                <a:lnTo>
                  <a:pt x="1438284" y="91138"/>
                </a:lnTo>
                <a:lnTo>
                  <a:pt x="1368672" y="120463"/>
                </a:lnTo>
                <a:lnTo>
                  <a:pt x="1300607" y="151349"/>
                </a:lnTo>
                <a:lnTo>
                  <a:pt x="1233777" y="183776"/>
                </a:lnTo>
                <a:lnTo>
                  <a:pt x="1167870" y="217722"/>
                </a:lnTo>
                <a:lnTo>
                  <a:pt x="1102573" y="253165"/>
                </a:lnTo>
                <a:lnTo>
                  <a:pt x="1037574" y="290084"/>
                </a:lnTo>
                <a:lnTo>
                  <a:pt x="972560" y="328459"/>
                </a:lnTo>
                <a:lnTo>
                  <a:pt x="928137" y="355586"/>
                </a:lnTo>
                <a:lnTo>
                  <a:pt x="884572" y="383131"/>
                </a:lnTo>
                <a:lnTo>
                  <a:pt x="841809" y="411168"/>
                </a:lnTo>
                <a:lnTo>
                  <a:pt x="799794" y="439771"/>
                </a:lnTo>
                <a:lnTo>
                  <a:pt x="758471" y="469012"/>
                </a:lnTo>
                <a:lnTo>
                  <a:pt x="717785" y="498965"/>
                </a:lnTo>
                <a:lnTo>
                  <a:pt x="677679" y="529703"/>
                </a:lnTo>
                <a:lnTo>
                  <a:pt x="638098" y="561299"/>
                </a:lnTo>
                <a:lnTo>
                  <a:pt x="598988" y="593828"/>
                </a:lnTo>
                <a:lnTo>
                  <a:pt x="560291" y="627361"/>
                </a:lnTo>
                <a:lnTo>
                  <a:pt x="521954" y="661973"/>
                </a:lnTo>
                <a:lnTo>
                  <a:pt x="483920" y="697737"/>
                </a:lnTo>
                <a:lnTo>
                  <a:pt x="446134" y="734726"/>
                </a:lnTo>
                <a:lnTo>
                  <a:pt x="408540" y="773013"/>
                </a:lnTo>
                <a:lnTo>
                  <a:pt x="371083" y="812672"/>
                </a:lnTo>
                <a:lnTo>
                  <a:pt x="333708" y="853776"/>
                </a:lnTo>
                <a:lnTo>
                  <a:pt x="296358" y="896398"/>
                </a:lnTo>
                <a:lnTo>
                  <a:pt x="258979" y="940612"/>
                </a:lnTo>
                <a:lnTo>
                  <a:pt x="221515" y="986491"/>
                </a:lnTo>
                <a:lnTo>
                  <a:pt x="183911" y="1034108"/>
                </a:lnTo>
                <a:lnTo>
                  <a:pt x="177522" y="1042132"/>
                </a:lnTo>
                <a:lnTo>
                  <a:pt x="170640" y="1050427"/>
                </a:lnTo>
                <a:lnTo>
                  <a:pt x="163322" y="1058981"/>
                </a:lnTo>
                <a:lnTo>
                  <a:pt x="155622" y="1067783"/>
                </a:lnTo>
                <a:lnTo>
                  <a:pt x="113326" y="1115131"/>
                </a:lnTo>
                <a:lnTo>
                  <a:pt x="104494" y="1125189"/>
                </a:lnTo>
                <a:lnTo>
                  <a:pt x="78245" y="1156339"/>
                </a:lnTo>
                <a:lnTo>
                  <a:pt x="53527" y="1188719"/>
                </a:lnTo>
                <a:lnTo>
                  <a:pt x="45885" y="1199733"/>
                </a:lnTo>
                <a:lnTo>
                  <a:pt x="36990" y="1210908"/>
                </a:lnTo>
                <a:lnTo>
                  <a:pt x="16491" y="1244734"/>
                </a:lnTo>
                <a:lnTo>
                  <a:pt x="2900" y="1291944"/>
                </a:lnTo>
                <a:lnTo>
                  <a:pt x="0" y="1315885"/>
                </a:lnTo>
                <a:lnTo>
                  <a:pt x="23" y="1327718"/>
                </a:lnTo>
                <a:lnTo>
                  <a:pt x="11194" y="1374055"/>
                </a:lnTo>
                <a:lnTo>
                  <a:pt x="32705" y="1407664"/>
                </a:lnTo>
                <a:lnTo>
                  <a:pt x="48924" y="1424786"/>
                </a:lnTo>
                <a:lnTo>
                  <a:pt x="50503" y="1426299"/>
                </a:lnTo>
                <a:lnTo>
                  <a:pt x="70296" y="1442731"/>
                </a:lnTo>
                <a:lnTo>
                  <a:pt x="71103" y="1443302"/>
                </a:lnTo>
                <a:lnTo>
                  <a:pt x="96003" y="1459415"/>
                </a:lnTo>
                <a:lnTo>
                  <a:pt x="120001" y="1470482"/>
                </a:lnTo>
                <a:lnTo>
                  <a:pt x="143118" y="1476878"/>
                </a:lnTo>
                <a:lnTo>
                  <a:pt x="165377" y="1478979"/>
                </a:lnTo>
                <a:lnTo>
                  <a:pt x="186800" y="1477159"/>
                </a:lnTo>
                <a:lnTo>
                  <a:pt x="227226" y="1463259"/>
                </a:lnTo>
                <a:lnTo>
                  <a:pt x="264576" y="1438178"/>
                </a:lnTo>
                <a:lnTo>
                  <a:pt x="299025" y="1404920"/>
                </a:lnTo>
                <a:lnTo>
                  <a:pt x="330753" y="1366484"/>
                </a:lnTo>
                <a:lnTo>
                  <a:pt x="359937" y="1325872"/>
                </a:lnTo>
                <a:lnTo>
                  <a:pt x="386755" y="1286086"/>
                </a:lnTo>
                <a:lnTo>
                  <a:pt x="399332" y="1267441"/>
                </a:lnTo>
                <a:lnTo>
                  <a:pt x="422935" y="1234521"/>
                </a:lnTo>
                <a:lnTo>
                  <a:pt x="482325" y="1159438"/>
                </a:lnTo>
                <a:lnTo>
                  <a:pt x="541644" y="1087946"/>
                </a:lnTo>
                <a:lnTo>
                  <a:pt x="601025" y="1019952"/>
                </a:lnTo>
                <a:lnTo>
                  <a:pt x="660597" y="955365"/>
                </a:lnTo>
                <a:lnTo>
                  <a:pt x="720492" y="894094"/>
                </a:lnTo>
                <a:lnTo>
                  <a:pt x="780841" y="836046"/>
                </a:lnTo>
                <a:lnTo>
                  <a:pt x="841776" y="781129"/>
                </a:lnTo>
                <a:lnTo>
                  <a:pt x="903428" y="729251"/>
                </a:lnTo>
                <a:lnTo>
                  <a:pt x="965928" y="680321"/>
                </a:lnTo>
                <a:lnTo>
                  <a:pt x="1029406" y="634246"/>
                </a:lnTo>
                <a:lnTo>
                  <a:pt x="1093995" y="590936"/>
                </a:lnTo>
                <a:lnTo>
                  <a:pt x="1159825" y="550297"/>
                </a:lnTo>
                <a:lnTo>
                  <a:pt x="1227027" y="512238"/>
                </a:lnTo>
                <a:lnTo>
                  <a:pt x="1295733" y="476667"/>
                </a:lnTo>
                <a:lnTo>
                  <a:pt x="1366075" y="443493"/>
                </a:lnTo>
                <a:lnTo>
                  <a:pt x="1438182" y="412622"/>
                </a:lnTo>
                <a:lnTo>
                  <a:pt x="1512186" y="383964"/>
                </a:lnTo>
                <a:lnTo>
                  <a:pt x="1588220" y="357427"/>
                </a:lnTo>
                <a:lnTo>
                  <a:pt x="1666412" y="332918"/>
                </a:lnTo>
                <a:lnTo>
                  <a:pt x="1746896" y="310346"/>
                </a:lnTo>
                <a:lnTo>
                  <a:pt x="1750626" y="309338"/>
                </a:lnTo>
                <a:lnTo>
                  <a:pt x="1754255" y="308296"/>
                </a:lnTo>
                <a:lnTo>
                  <a:pt x="1793686" y="293834"/>
                </a:lnTo>
                <a:lnTo>
                  <a:pt x="1826966" y="268840"/>
                </a:lnTo>
                <a:lnTo>
                  <a:pt x="1852342" y="238430"/>
                </a:lnTo>
                <a:lnTo>
                  <a:pt x="1869014" y="203488"/>
                </a:lnTo>
                <a:lnTo>
                  <a:pt x="1876182" y="164902"/>
                </a:lnTo>
                <a:lnTo>
                  <a:pt x="1875977" y="148978"/>
                </a:lnTo>
                <a:lnTo>
                  <a:pt x="1875004" y="136910"/>
                </a:lnTo>
                <a:lnTo>
                  <a:pt x="1873347" y="126634"/>
                </a:lnTo>
                <a:lnTo>
                  <a:pt x="1872843" y="124013"/>
                </a:lnTo>
                <a:lnTo>
                  <a:pt x="1871936" y="121594"/>
                </a:lnTo>
                <a:lnTo>
                  <a:pt x="1871330" y="119005"/>
                </a:lnTo>
                <a:lnTo>
                  <a:pt x="1856332" y="80855"/>
                </a:lnTo>
                <a:lnTo>
                  <a:pt x="1832434" y="48319"/>
                </a:lnTo>
                <a:lnTo>
                  <a:pt x="1801132" y="22957"/>
                </a:lnTo>
                <a:lnTo>
                  <a:pt x="1763921" y="6331"/>
                </a:lnTo>
                <a:lnTo>
                  <a:pt x="1736572" y="870"/>
                </a:lnTo>
                <a:lnTo>
                  <a:pt x="1722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567572" y="3601025"/>
            <a:ext cx="1624428" cy="684492"/>
          </a:xfrm>
          <a:custGeom>
            <a:avLst/>
            <a:gdLst/>
            <a:ahLst/>
            <a:cxnLst/>
            <a:rect l="l" t="t" r="r" b="b"/>
            <a:pathLst>
              <a:path w="1624428" h="684492">
                <a:moveTo>
                  <a:pt x="1622716" y="314358"/>
                </a:moveTo>
                <a:lnTo>
                  <a:pt x="276322" y="314358"/>
                </a:lnTo>
                <a:lnTo>
                  <a:pt x="399298" y="316443"/>
                </a:lnTo>
                <a:lnTo>
                  <a:pt x="521882" y="324263"/>
                </a:lnTo>
                <a:lnTo>
                  <a:pt x="643873" y="337826"/>
                </a:lnTo>
                <a:lnTo>
                  <a:pt x="765073" y="357140"/>
                </a:lnTo>
                <a:lnTo>
                  <a:pt x="885280" y="382214"/>
                </a:lnTo>
                <a:lnTo>
                  <a:pt x="1004295" y="413055"/>
                </a:lnTo>
                <a:lnTo>
                  <a:pt x="1121917" y="449672"/>
                </a:lnTo>
                <a:lnTo>
                  <a:pt x="1237947" y="492072"/>
                </a:lnTo>
                <a:lnTo>
                  <a:pt x="1352185" y="540263"/>
                </a:lnTo>
                <a:lnTo>
                  <a:pt x="1464430" y="594254"/>
                </a:lnTo>
                <a:lnTo>
                  <a:pt x="1574482" y="654053"/>
                </a:lnTo>
                <a:lnTo>
                  <a:pt x="1624428" y="684492"/>
                </a:lnTo>
                <a:lnTo>
                  <a:pt x="1624428" y="315258"/>
                </a:lnTo>
                <a:lnTo>
                  <a:pt x="1622716" y="314358"/>
                </a:lnTo>
                <a:close/>
              </a:path>
              <a:path w="1624428" h="684492">
                <a:moveTo>
                  <a:pt x="159948" y="1"/>
                </a:moveTo>
                <a:lnTo>
                  <a:pt x="116669" y="5826"/>
                </a:lnTo>
                <a:lnTo>
                  <a:pt x="77953" y="22246"/>
                </a:lnTo>
                <a:lnTo>
                  <a:pt x="45344" y="47682"/>
                </a:lnTo>
                <a:lnTo>
                  <a:pt x="20389" y="80549"/>
                </a:lnTo>
                <a:lnTo>
                  <a:pt x="4631" y="119267"/>
                </a:lnTo>
                <a:lnTo>
                  <a:pt x="0" y="147548"/>
                </a:lnTo>
                <a:lnTo>
                  <a:pt x="560" y="163482"/>
                </a:lnTo>
                <a:lnTo>
                  <a:pt x="9350" y="207897"/>
                </a:lnTo>
                <a:lnTo>
                  <a:pt x="27678" y="246348"/>
                </a:lnTo>
                <a:lnTo>
                  <a:pt x="54101" y="277703"/>
                </a:lnTo>
                <a:lnTo>
                  <a:pt x="87174" y="300828"/>
                </a:lnTo>
                <a:lnTo>
                  <a:pt x="125455" y="314589"/>
                </a:lnTo>
                <a:lnTo>
                  <a:pt x="153154" y="318001"/>
                </a:lnTo>
                <a:lnTo>
                  <a:pt x="276322" y="314358"/>
                </a:lnTo>
                <a:lnTo>
                  <a:pt x="1622716" y="314358"/>
                </a:lnTo>
                <a:lnTo>
                  <a:pt x="1586806" y="295482"/>
                </a:lnTo>
                <a:lnTo>
                  <a:pt x="1470804" y="241436"/>
                </a:lnTo>
                <a:lnTo>
                  <a:pt x="1352264" y="192934"/>
                </a:lnTo>
                <a:lnTo>
                  <a:pt x="1231211" y="149939"/>
                </a:lnTo>
                <a:lnTo>
                  <a:pt x="1107672" y="112413"/>
                </a:lnTo>
                <a:lnTo>
                  <a:pt x="981672" y="80319"/>
                </a:lnTo>
                <a:lnTo>
                  <a:pt x="853240" y="53618"/>
                </a:lnTo>
                <a:lnTo>
                  <a:pt x="722399" y="32273"/>
                </a:lnTo>
                <a:lnTo>
                  <a:pt x="589178" y="16247"/>
                </a:lnTo>
                <a:lnTo>
                  <a:pt x="453602" y="5502"/>
                </a:lnTo>
                <a:lnTo>
                  <a:pt x="320581" y="194"/>
                </a:lnTo>
                <a:lnTo>
                  <a:pt x="291475" y="194"/>
                </a:lnTo>
                <a:lnTo>
                  <a:pt x="159948" y="1"/>
                </a:lnTo>
                <a:close/>
              </a:path>
              <a:path w="1624428" h="684492">
                <a:moveTo>
                  <a:pt x="315698" y="0"/>
                </a:moveTo>
                <a:lnTo>
                  <a:pt x="291475" y="194"/>
                </a:lnTo>
                <a:lnTo>
                  <a:pt x="320581" y="194"/>
                </a:lnTo>
                <a:lnTo>
                  <a:pt x="315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564983" y="5227215"/>
            <a:ext cx="627016" cy="1419769"/>
          </a:xfrm>
          <a:custGeom>
            <a:avLst/>
            <a:gdLst/>
            <a:ahLst/>
            <a:cxnLst/>
            <a:rect l="l" t="t" r="r" b="b"/>
            <a:pathLst>
              <a:path w="627016" h="1419769">
                <a:moveTo>
                  <a:pt x="0" y="265728"/>
                </a:moveTo>
                <a:lnTo>
                  <a:pt x="36796" y="298452"/>
                </a:lnTo>
                <a:lnTo>
                  <a:pt x="73006" y="333261"/>
                </a:lnTo>
                <a:lnTo>
                  <a:pt x="108519" y="370047"/>
                </a:lnTo>
                <a:lnTo>
                  <a:pt x="143227" y="408702"/>
                </a:lnTo>
                <a:lnTo>
                  <a:pt x="177020" y="449118"/>
                </a:lnTo>
                <a:lnTo>
                  <a:pt x="209791" y="491188"/>
                </a:lnTo>
                <a:lnTo>
                  <a:pt x="241429" y="534804"/>
                </a:lnTo>
                <a:lnTo>
                  <a:pt x="271826" y="579859"/>
                </a:lnTo>
                <a:lnTo>
                  <a:pt x="300874" y="626244"/>
                </a:lnTo>
                <a:lnTo>
                  <a:pt x="328462" y="673853"/>
                </a:lnTo>
                <a:lnTo>
                  <a:pt x="354482" y="722578"/>
                </a:lnTo>
                <a:lnTo>
                  <a:pt x="378826" y="772310"/>
                </a:lnTo>
                <a:lnTo>
                  <a:pt x="401383" y="822943"/>
                </a:lnTo>
                <a:lnTo>
                  <a:pt x="422046" y="874369"/>
                </a:lnTo>
                <a:lnTo>
                  <a:pt x="440705" y="926480"/>
                </a:lnTo>
                <a:lnTo>
                  <a:pt x="457252" y="979168"/>
                </a:lnTo>
                <a:lnTo>
                  <a:pt x="471577" y="1032326"/>
                </a:lnTo>
                <a:lnTo>
                  <a:pt x="483571" y="1085846"/>
                </a:lnTo>
                <a:lnTo>
                  <a:pt x="493126" y="1139621"/>
                </a:lnTo>
                <a:lnTo>
                  <a:pt x="500132" y="1193543"/>
                </a:lnTo>
                <a:lnTo>
                  <a:pt x="501974" y="1210851"/>
                </a:lnTo>
                <a:lnTo>
                  <a:pt x="503905" y="1228102"/>
                </a:lnTo>
                <a:lnTo>
                  <a:pt x="511232" y="1278583"/>
                </a:lnTo>
                <a:lnTo>
                  <a:pt x="522938" y="1325183"/>
                </a:lnTo>
                <a:lnTo>
                  <a:pt x="541699" y="1365369"/>
                </a:lnTo>
                <a:lnTo>
                  <a:pt x="570192" y="1396608"/>
                </a:lnTo>
                <a:lnTo>
                  <a:pt x="611092" y="1416369"/>
                </a:lnTo>
                <a:lnTo>
                  <a:pt x="627016" y="1419769"/>
                </a:lnTo>
                <a:lnTo>
                  <a:pt x="627016" y="526048"/>
                </a:lnTo>
                <a:lnTo>
                  <a:pt x="578909" y="441032"/>
                </a:lnTo>
                <a:lnTo>
                  <a:pt x="546131" y="389324"/>
                </a:lnTo>
                <a:lnTo>
                  <a:pt x="511660" y="339122"/>
                </a:lnTo>
                <a:lnTo>
                  <a:pt x="475553" y="290496"/>
                </a:lnTo>
                <a:lnTo>
                  <a:pt x="472690" y="286926"/>
                </a:lnTo>
                <a:lnTo>
                  <a:pt x="87407" y="286926"/>
                </a:lnTo>
                <a:lnTo>
                  <a:pt x="72486" y="286534"/>
                </a:lnTo>
                <a:lnTo>
                  <a:pt x="33006" y="279824"/>
                </a:lnTo>
                <a:lnTo>
                  <a:pt x="10398" y="271174"/>
                </a:lnTo>
                <a:lnTo>
                  <a:pt x="0" y="265728"/>
                </a:lnTo>
                <a:close/>
              </a:path>
              <a:path w="627016" h="1419769">
                <a:moveTo>
                  <a:pt x="181836" y="0"/>
                </a:moveTo>
                <a:lnTo>
                  <a:pt x="208419" y="27650"/>
                </a:lnTo>
                <a:lnTo>
                  <a:pt x="227946" y="60948"/>
                </a:lnTo>
                <a:lnTo>
                  <a:pt x="237182" y="88983"/>
                </a:lnTo>
                <a:lnTo>
                  <a:pt x="238156" y="91503"/>
                </a:lnTo>
                <a:lnTo>
                  <a:pt x="238694" y="94225"/>
                </a:lnTo>
                <a:lnTo>
                  <a:pt x="240641" y="106667"/>
                </a:lnTo>
                <a:lnTo>
                  <a:pt x="241670" y="119378"/>
                </a:lnTo>
                <a:lnTo>
                  <a:pt x="241133" y="134126"/>
                </a:lnTo>
                <a:lnTo>
                  <a:pt x="233119" y="175203"/>
                </a:lnTo>
                <a:lnTo>
                  <a:pt x="216470" y="210989"/>
                </a:lnTo>
                <a:lnTo>
                  <a:pt x="192427" y="240792"/>
                </a:lnTo>
                <a:lnTo>
                  <a:pt x="159131" y="265106"/>
                </a:lnTo>
                <a:lnTo>
                  <a:pt x="113823" y="283184"/>
                </a:lnTo>
                <a:lnTo>
                  <a:pt x="87407" y="286926"/>
                </a:lnTo>
                <a:lnTo>
                  <a:pt x="472690" y="286926"/>
                </a:lnTo>
                <a:lnTo>
                  <a:pt x="437869" y="243515"/>
                </a:lnTo>
                <a:lnTo>
                  <a:pt x="398663" y="198247"/>
                </a:lnTo>
                <a:lnTo>
                  <a:pt x="357994" y="154760"/>
                </a:lnTo>
                <a:lnTo>
                  <a:pt x="315920" y="113123"/>
                </a:lnTo>
                <a:lnTo>
                  <a:pt x="272497" y="73405"/>
                </a:lnTo>
                <a:lnTo>
                  <a:pt x="227783" y="35674"/>
                </a:lnTo>
                <a:lnTo>
                  <a:pt x="181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742743" y="5224110"/>
            <a:ext cx="4099" cy="3092"/>
          </a:xfrm>
          <a:custGeom>
            <a:avLst/>
            <a:gdLst/>
            <a:ahLst/>
            <a:cxnLst/>
            <a:rect l="l" t="t" r="r" b="b"/>
            <a:pathLst>
              <a:path w="4099" h="3092">
                <a:moveTo>
                  <a:pt x="0" y="0"/>
                </a:moveTo>
                <a:lnTo>
                  <a:pt x="4099" y="3092"/>
                </a:lnTo>
                <a:lnTo>
                  <a:pt x="2117" y="14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537939" y="5472069"/>
            <a:ext cx="19555" cy="16309"/>
          </a:xfrm>
          <a:custGeom>
            <a:avLst/>
            <a:gdLst/>
            <a:ahLst/>
            <a:cxnLst/>
            <a:rect l="l" t="t" r="r" b="b"/>
            <a:pathLst>
              <a:path w="19555" h="16309">
                <a:moveTo>
                  <a:pt x="0" y="0"/>
                </a:moveTo>
                <a:lnTo>
                  <a:pt x="5743" y="6223"/>
                </a:lnTo>
                <a:lnTo>
                  <a:pt x="19226" y="16095"/>
                </a:lnTo>
                <a:lnTo>
                  <a:pt x="19555" y="16309"/>
                </a:lnTo>
                <a:lnTo>
                  <a:pt x="9787" y="80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1483315" y="5190954"/>
            <a:ext cx="323448" cy="323300"/>
          </a:xfrm>
          <a:custGeom>
            <a:avLst/>
            <a:gdLst/>
            <a:ahLst/>
            <a:cxnLst/>
            <a:rect l="l" t="t" r="r" b="b"/>
            <a:pathLst>
              <a:path w="323448" h="323300">
                <a:moveTo>
                  <a:pt x="174447" y="0"/>
                </a:moveTo>
                <a:lnTo>
                  <a:pt x="127928" y="5108"/>
                </a:lnTo>
                <a:lnTo>
                  <a:pt x="86983" y="20017"/>
                </a:lnTo>
                <a:lnTo>
                  <a:pt x="52660" y="43352"/>
                </a:lnTo>
                <a:lnTo>
                  <a:pt x="26011" y="73737"/>
                </a:lnTo>
                <a:lnTo>
                  <a:pt x="8043" y="109937"/>
                </a:lnTo>
                <a:lnTo>
                  <a:pt x="47" y="149131"/>
                </a:lnTo>
                <a:lnTo>
                  <a:pt x="0" y="167071"/>
                </a:lnTo>
                <a:lnTo>
                  <a:pt x="804" y="179321"/>
                </a:lnTo>
                <a:lnTo>
                  <a:pt x="14593" y="228096"/>
                </a:lnTo>
                <a:lnTo>
                  <a:pt x="34309" y="260772"/>
                </a:lnTo>
                <a:lnTo>
                  <a:pt x="71018" y="294762"/>
                </a:lnTo>
                <a:lnTo>
                  <a:pt x="105971" y="313079"/>
                </a:lnTo>
                <a:lnTo>
                  <a:pt x="155400" y="323300"/>
                </a:lnTo>
                <a:lnTo>
                  <a:pt x="170553" y="322929"/>
                </a:lnTo>
                <a:lnTo>
                  <a:pt x="214797" y="313934"/>
                </a:lnTo>
                <a:lnTo>
                  <a:pt x="249859" y="295905"/>
                </a:lnTo>
                <a:lnTo>
                  <a:pt x="280782" y="269142"/>
                </a:lnTo>
                <a:lnTo>
                  <a:pt x="303852" y="237395"/>
                </a:lnTo>
                <a:lnTo>
                  <a:pt x="318322" y="201494"/>
                </a:lnTo>
                <a:lnTo>
                  <a:pt x="323448" y="162269"/>
                </a:lnTo>
                <a:lnTo>
                  <a:pt x="322920" y="149131"/>
                </a:lnTo>
                <a:lnTo>
                  <a:pt x="321440" y="136705"/>
                </a:lnTo>
                <a:lnTo>
                  <a:pt x="319820" y="127775"/>
                </a:lnTo>
                <a:lnTo>
                  <a:pt x="318846" y="125255"/>
                </a:lnTo>
                <a:lnTo>
                  <a:pt x="318242" y="122566"/>
                </a:lnTo>
                <a:lnTo>
                  <a:pt x="304246" y="86085"/>
                </a:lnTo>
                <a:lnTo>
                  <a:pt x="282341" y="54462"/>
                </a:lnTo>
                <a:lnTo>
                  <a:pt x="261447" y="34723"/>
                </a:lnTo>
                <a:lnTo>
                  <a:pt x="259434" y="33146"/>
                </a:lnTo>
                <a:lnTo>
                  <a:pt x="224608" y="12586"/>
                </a:lnTo>
                <a:lnTo>
                  <a:pt x="187568" y="1622"/>
                </a:lnTo>
                <a:lnTo>
                  <a:pt x="1744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008347" y="5671688"/>
            <a:ext cx="839" cy="268"/>
          </a:xfrm>
          <a:custGeom>
            <a:avLst/>
            <a:gdLst/>
            <a:ahLst/>
            <a:cxnLst/>
            <a:rect l="l" t="t" r="r" b="b"/>
            <a:pathLst>
              <a:path w="839" h="268">
                <a:moveTo>
                  <a:pt x="0" y="134"/>
                </a:moveTo>
                <a:lnTo>
                  <a:pt x="839" y="134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997585" y="5664056"/>
            <a:ext cx="962161" cy="1193943"/>
          </a:xfrm>
          <a:custGeom>
            <a:avLst/>
            <a:gdLst/>
            <a:ahLst/>
            <a:cxnLst/>
            <a:rect l="l" t="t" r="r" b="b"/>
            <a:pathLst>
              <a:path w="962161" h="1193943">
                <a:moveTo>
                  <a:pt x="807165" y="0"/>
                </a:moveTo>
                <a:lnTo>
                  <a:pt x="801755" y="0"/>
                </a:lnTo>
                <a:lnTo>
                  <a:pt x="798360" y="840"/>
                </a:lnTo>
                <a:lnTo>
                  <a:pt x="794867" y="1041"/>
                </a:lnTo>
                <a:lnTo>
                  <a:pt x="734798" y="6966"/>
                </a:lnTo>
                <a:lnTo>
                  <a:pt x="676056" y="16833"/>
                </a:lnTo>
                <a:lnTo>
                  <a:pt x="618787" y="30520"/>
                </a:lnTo>
                <a:lnTo>
                  <a:pt x="563135" y="47904"/>
                </a:lnTo>
                <a:lnTo>
                  <a:pt x="509246" y="68860"/>
                </a:lnTo>
                <a:lnTo>
                  <a:pt x="457266" y="93265"/>
                </a:lnTo>
                <a:lnTo>
                  <a:pt x="407340" y="120996"/>
                </a:lnTo>
                <a:lnTo>
                  <a:pt x="359613" y="151929"/>
                </a:lnTo>
                <a:lnTo>
                  <a:pt x="314230" y="185940"/>
                </a:lnTo>
                <a:lnTo>
                  <a:pt x="271338" y="222907"/>
                </a:lnTo>
                <a:lnTo>
                  <a:pt x="231082" y="262705"/>
                </a:lnTo>
                <a:lnTo>
                  <a:pt x="193606" y="305211"/>
                </a:lnTo>
                <a:lnTo>
                  <a:pt x="159056" y="350302"/>
                </a:lnTo>
                <a:lnTo>
                  <a:pt x="127578" y="397853"/>
                </a:lnTo>
                <a:lnTo>
                  <a:pt x="99317" y="447743"/>
                </a:lnTo>
                <a:lnTo>
                  <a:pt x="74419" y="499846"/>
                </a:lnTo>
                <a:lnTo>
                  <a:pt x="53029" y="554039"/>
                </a:lnTo>
                <a:lnTo>
                  <a:pt x="35291" y="610200"/>
                </a:lnTo>
                <a:lnTo>
                  <a:pt x="21353" y="668204"/>
                </a:lnTo>
                <a:lnTo>
                  <a:pt x="11358" y="727927"/>
                </a:lnTo>
                <a:lnTo>
                  <a:pt x="0" y="865499"/>
                </a:lnTo>
                <a:lnTo>
                  <a:pt x="1418" y="1004954"/>
                </a:lnTo>
                <a:lnTo>
                  <a:pt x="15037" y="1145479"/>
                </a:lnTo>
                <a:lnTo>
                  <a:pt x="23727" y="1193943"/>
                </a:lnTo>
                <a:lnTo>
                  <a:pt x="355352" y="1193943"/>
                </a:lnTo>
                <a:lnTo>
                  <a:pt x="341898" y="1113243"/>
                </a:lnTo>
                <a:lnTo>
                  <a:pt x="329365" y="1005693"/>
                </a:lnTo>
                <a:lnTo>
                  <a:pt x="321723" y="895040"/>
                </a:lnTo>
                <a:lnTo>
                  <a:pt x="321119" y="845634"/>
                </a:lnTo>
                <a:lnTo>
                  <a:pt x="323882" y="797818"/>
                </a:lnTo>
                <a:lnTo>
                  <a:pt x="329902" y="751682"/>
                </a:lnTo>
                <a:lnTo>
                  <a:pt x="339071" y="707320"/>
                </a:lnTo>
                <a:lnTo>
                  <a:pt x="351278" y="664822"/>
                </a:lnTo>
                <a:lnTo>
                  <a:pt x="366416" y="624283"/>
                </a:lnTo>
                <a:lnTo>
                  <a:pt x="384373" y="585793"/>
                </a:lnTo>
                <a:lnTo>
                  <a:pt x="405042" y="549445"/>
                </a:lnTo>
                <a:lnTo>
                  <a:pt x="428313" y="515331"/>
                </a:lnTo>
                <a:lnTo>
                  <a:pt x="454077" y="483543"/>
                </a:lnTo>
                <a:lnTo>
                  <a:pt x="482223" y="454174"/>
                </a:lnTo>
                <a:lnTo>
                  <a:pt x="512645" y="427315"/>
                </a:lnTo>
                <a:lnTo>
                  <a:pt x="545231" y="403059"/>
                </a:lnTo>
                <a:lnTo>
                  <a:pt x="579873" y="381499"/>
                </a:lnTo>
                <a:lnTo>
                  <a:pt x="616461" y="362725"/>
                </a:lnTo>
                <a:lnTo>
                  <a:pt x="654886" y="346831"/>
                </a:lnTo>
                <a:lnTo>
                  <a:pt x="695039" y="333909"/>
                </a:lnTo>
                <a:lnTo>
                  <a:pt x="736811" y="324050"/>
                </a:lnTo>
                <a:lnTo>
                  <a:pt x="780093" y="317348"/>
                </a:lnTo>
                <a:lnTo>
                  <a:pt x="824774" y="313894"/>
                </a:lnTo>
                <a:lnTo>
                  <a:pt x="829143" y="312415"/>
                </a:lnTo>
                <a:lnTo>
                  <a:pt x="865965" y="301644"/>
                </a:lnTo>
                <a:lnTo>
                  <a:pt x="900190" y="281304"/>
                </a:lnTo>
                <a:lnTo>
                  <a:pt x="928647" y="253465"/>
                </a:lnTo>
                <a:lnTo>
                  <a:pt x="949159" y="220049"/>
                </a:lnTo>
                <a:lnTo>
                  <a:pt x="960575" y="182161"/>
                </a:lnTo>
                <a:lnTo>
                  <a:pt x="962161" y="168729"/>
                </a:lnTo>
                <a:lnTo>
                  <a:pt x="961699" y="153197"/>
                </a:lnTo>
                <a:lnTo>
                  <a:pt x="954002" y="110683"/>
                </a:lnTo>
                <a:lnTo>
                  <a:pt x="937808" y="74530"/>
                </a:lnTo>
                <a:lnTo>
                  <a:pt x="905158" y="36736"/>
                </a:lnTo>
                <a:lnTo>
                  <a:pt x="872878" y="16226"/>
                </a:lnTo>
                <a:lnTo>
                  <a:pt x="836699" y="3725"/>
                </a:lnTo>
                <a:lnTo>
                  <a:pt x="808846" y="470"/>
                </a:lnTo>
                <a:lnTo>
                  <a:pt x="8071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210949" y="5886480"/>
            <a:ext cx="444861" cy="643535"/>
          </a:xfrm>
          <a:custGeom>
            <a:avLst/>
            <a:gdLst/>
            <a:ahLst/>
            <a:cxnLst/>
            <a:rect l="l" t="t" r="r" b="b"/>
            <a:pathLst>
              <a:path w="444861" h="643535">
                <a:moveTo>
                  <a:pt x="170253" y="0"/>
                </a:moveTo>
                <a:lnTo>
                  <a:pt x="124158" y="5304"/>
                </a:lnTo>
                <a:lnTo>
                  <a:pt x="83629" y="20642"/>
                </a:lnTo>
                <a:lnTo>
                  <a:pt x="49807" y="44564"/>
                </a:lnTo>
                <a:lnTo>
                  <a:pt x="23834" y="75621"/>
                </a:lnTo>
                <a:lnTo>
                  <a:pt x="6851" y="112365"/>
                </a:lnTo>
                <a:lnTo>
                  <a:pt x="0" y="153344"/>
                </a:lnTo>
                <a:lnTo>
                  <a:pt x="483" y="168026"/>
                </a:lnTo>
                <a:lnTo>
                  <a:pt x="1957" y="181055"/>
                </a:lnTo>
                <a:lnTo>
                  <a:pt x="4274" y="192875"/>
                </a:lnTo>
                <a:lnTo>
                  <a:pt x="7350" y="204193"/>
                </a:lnTo>
                <a:lnTo>
                  <a:pt x="7909" y="206365"/>
                </a:lnTo>
                <a:lnTo>
                  <a:pt x="7438" y="206902"/>
                </a:lnTo>
                <a:lnTo>
                  <a:pt x="8346" y="208919"/>
                </a:lnTo>
                <a:lnTo>
                  <a:pt x="9959" y="212615"/>
                </a:lnTo>
                <a:lnTo>
                  <a:pt x="11976" y="218160"/>
                </a:lnTo>
                <a:lnTo>
                  <a:pt x="14294" y="223436"/>
                </a:lnTo>
                <a:lnTo>
                  <a:pt x="16848" y="228644"/>
                </a:lnTo>
                <a:lnTo>
                  <a:pt x="19471" y="234925"/>
                </a:lnTo>
                <a:lnTo>
                  <a:pt x="36736" y="278212"/>
                </a:lnTo>
                <a:lnTo>
                  <a:pt x="54909" y="326986"/>
                </a:lnTo>
                <a:lnTo>
                  <a:pt x="70651" y="371734"/>
                </a:lnTo>
                <a:lnTo>
                  <a:pt x="87898" y="423425"/>
                </a:lnTo>
                <a:lnTo>
                  <a:pt x="100094" y="461716"/>
                </a:lnTo>
                <a:lnTo>
                  <a:pt x="112753" y="503054"/>
                </a:lnTo>
                <a:lnTo>
                  <a:pt x="115264" y="515669"/>
                </a:lnTo>
                <a:lnTo>
                  <a:pt x="118654" y="527942"/>
                </a:lnTo>
                <a:lnTo>
                  <a:pt x="136196" y="564387"/>
                </a:lnTo>
                <a:lnTo>
                  <a:pt x="161625" y="595911"/>
                </a:lnTo>
                <a:lnTo>
                  <a:pt x="192819" y="620238"/>
                </a:lnTo>
                <a:lnTo>
                  <a:pt x="228736" y="636426"/>
                </a:lnTo>
                <a:lnTo>
                  <a:pt x="268333" y="643535"/>
                </a:lnTo>
                <a:lnTo>
                  <a:pt x="283623" y="643166"/>
                </a:lnTo>
                <a:lnTo>
                  <a:pt x="322977" y="636817"/>
                </a:lnTo>
                <a:lnTo>
                  <a:pt x="366961" y="616760"/>
                </a:lnTo>
                <a:lnTo>
                  <a:pt x="397871" y="591413"/>
                </a:lnTo>
                <a:lnTo>
                  <a:pt x="421889" y="560232"/>
                </a:lnTo>
                <a:lnTo>
                  <a:pt x="437918" y="524246"/>
                </a:lnTo>
                <a:lnTo>
                  <a:pt x="444861" y="484484"/>
                </a:lnTo>
                <a:lnTo>
                  <a:pt x="444703" y="468561"/>
                </a:lnTo>
                <a:lnTo>
                  <a:pt x="433385" y="411950"/>
                </a:lnTo>
                <a:lnTo>
                  <a:pt x="422694" y="373497"/>
                </a:lnTo>
                <a:lnTo>
                  <a:pt x="411178" y="334974"/>
                </a:lnTo>
                <a:lnTo>
                  <a:pt x="398794" y="296701"/>
                </a:lnTo>
                <a:lnTo>
                  <a:pt x="385499" y="258994"/>
                </a:lnTo>
                <a:lnTo>
                  <a:pt x="371250" y="222173"/>
                </a:lnTo>
                <a:lnTo>
                  <a:pt x="356005" y="186554"/>
                </a:lnTo>
                <a:lnTo>
                  <a:pt x="331176" y="136076"/>
                </a:lnTo>
                <a:lnTo>
                  <a:pt x="303863" y="90092"/>
                </a:lnTo>
                <a:lnTo>
                  <a:pt x="294181" y="75948"/>
                </a:lnTo>
                <a:lnTo>
                  <a:pt x="287047" y="65394"/>
                </a:lnTo>
                <a:lnTo>
                  <a:pt x="279129" y="55482"/>
                </a:lnTo>
                <a:lnTo>
                  <a:pt x="276471" y="52392"/>
                </a:lnTo>
                <a:lnTo>
                  <a:pt x="275564" y="50846"/>
                </a:lnTo>
                <a:lnTo>
                  <a:pt x="274489" y="49602"/>
                </a:lnTo>
                <a:lnTo>
                  <a:pt x="273851" y="49233"/>
                </a:lnTo>
                <a:lnTo>
                  <a:pt x="273615" y="48897"/>
                </a:lnTo>
                <a:lnTo>
                  <a:pt x="244045" y="24536"/>
                </a:lnTo>
                <a:lnTo>
                  <a:pt x="209191" y="7795"/>
                </a:lnTo>
                <a:lnTo>
                  <a:pt x="183612" y="1522"/>
                </a:lnTo>
                <a:lnTo>
                  <a:pt x="1702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695958" y="6359837"/>
            <a:ext cx="362188" cy="498162"/>
          </a:xfrm>
          <a:custGeom>
            <a:avLst/>
            <a:gdLst/>
            <a:ahLst/>
            <a:cxnLst/>
            <a:rect l="l" t="t" r="r" b="b"/>
            <a:pathLst>
              <a:path w="362188" h="498162">
                <a:moveTo>
                  <a:pt x="168605" y="0"/>
                </a:moveTo>
                <a:lnTo>
                  <a:pt x="124179" y="3405"/>
                </a:lnTo>
                <a:lnTo>
                  <a:pt x="72482" y="22741"/>
                </a:lnTo>
                <a:lnTo>
                  <a:pt x="37035" y="56277"/>
                </a:lnTo>
                <a:lnTo>
                  <a:pt x="15019" y="100559"/>
                </a:lnTo>
                <a:lnTo>
                  <a:pt x="3614" y="152131"/>
                </a:lnTo>
                <a:lnTo>
                  <a:pt x="0" y="207538"/>
                </a:lnTo>
                <a:lnTo>
                  <a:pt x="61" y="227114"/>
                </a:lnTo>
                <a:lnTo>
                  <a:pt x="2426" y="281407"/>
                </a:lnTo>
                <a:lnTo>
                  <a:pt x="14307" y="395485"/>
                </a:lnTo>
                <a:lnTo>
                  <a:pt x="33239" y="498162"/>
                </a:lnTo>
                <a:lnTo>
                  <a:pt x="362188" y="498162"/>
                </a:lnTo>
                <a:lnTo>
                  <a:pt x="346300" y="442421"/>
                </a:lnTo>
                <a:lnTo>
                  <a:pt x="326628" y="345488"/>
                </a:lnTo>
                <a:lnTo>
                  <a:pt x="314095" y="244900"/>
                </a:lnTo>
                <a:lnTo>
                  <a:pt x="312591" y="226262"/>
                </a:lnTo>
                <a:lnTo>
                  <a:pt x="311162" y="207538"/>
                </a:lnTo>
                <a:lnTo>
                  <a:pt x="309850" y="190998"/>
                </a:lnTo>
                <a:lnTo>
                  <a:pt x="303834" y="137777"/>
                </a:lnTo>
                <a:lnTo>
                  <a:pt x="292414" y="88761"/>
                </a:lnTo>
                <a:lnTo>
                  <a:pt x="271952" y="47398"/>
                </a:lnTo>
                <a:lnTo>
                  <a:pt x="238809" y="17133"/>
                </a:lnTo>
                <a:lnTo>
                  <a:pt x="189348" y="1412"/>
                </a:lnTo>
                <a:lnTo>
                  <a:pt x="1686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33632" y="3492019"/>
            <a:ext cx="7606258" cy="93324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12700">
              <a:defRPr/>
            </a:pPr>
            <a:r>
              <a:rPr lang="en-US" sz="4400" b="1" spc="110">
                <a:solidFill>
                  <a:srgbClr val="FFFFFF"/>
                </a:solidFill>
                <a:latin typeface="Arial"/>
                <a:cs typeface="Arial"/>
              </a:rPr>
              <a:t>Sprint 80 Achievements</a:t>
            </a:r>
          </a:p>
          <a:p>
            <a:pPr marL="12700">
              <a:defRPr/>
            </a:pPr>
            <a:endParaRPr lang="en-US" sz="4400" b="1" spc="11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defRPr/>
            </a:pPr>
            <a:r>
              <a:rPr kumimoji="0" lang="en-US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Goal 2: </a:t>
            </a:r>
            <a:r>
              <a:rPr lang="en-GB" b="1" spc="110">
                <a:solidFill>
                  <a:srgbClr val="FFFFFF"/>
                </a:solidFill>
                <a:latin typeface="Arial"/>
                <a:cs typeface="Arial"/>
              </a:rPr>
              <a:t>Continue work on Fault Tolerance and Operational Support</a:t>
            </a:r>
          </a:p>
          <a:p>
            <a:pPr marL="12700">
              <a:defRPr/>
            </a:pPr>
            <a:endParaRPr lang="en-US" b="1" spc="11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48" name="object 47"/>
          <p:cNvSpPr txBox="1"/>
          <p:nvPr/>
        </p:nvSpPr>
        <p:spPr>
          <a:xfrm>
            <a:off x="482600" y="5232400"/>
            <a:ext cx="8665742" cy="8128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Dubai" panose="020B0503030403030204" pitchFamily="34" charset="-78"/>
            </a:endParaRP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7345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2151-342F-9248-CEEC-47DA36EF52A1}"/>
              </a:ext>
            </a:extLst>
          </p:cNvPr>
          <p:cNvSpPr txBox="1">
            <a:spLocks/>
          </p:cNvSpPr>
          <p:nvPr/>
        </p:nvSpPr>
        <p:spPr>
          <a:xfrm>
            <a:off x="487012" y="-228854"/>
            <a:ext cx="11074366" cy="926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2400" b="1">
                <a:solidFill>
                  <a:srgbClr val="00A36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Team progressed on the committed items under Goal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D47A8F-DFAD-1812-1EAD-B264F5A4304C}"/>
              </a:ext>
            </a:extLst>
          </p:cNvPr>
          <p:cNvSpPr/>
          <p:nvPr/>
        </p:nvSpPr>
        <p:spPr>
          <a:xfrm>
            <a:off x="487013" y="618436"/>
            <a:ext cx="10986301" cy="685607"/>
          </a:xfrm>
          <a:prstGeom prst="rect">
            <a:avLst/>
          </a:prstGeom>
          <a:solidFill>
            <a:srgbClr val="0076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2"/>
            <a:r>
              <a:rPr lang="en-GB" sz="1400" b="1" spc="110">
                <a:solidFill>
                  <a:srgbClr val="FFFFFF"/>
                </a:solidFill>
                <a:latin typeface="Arial"/>
                <a:cs typeface="Arial"/>
              </a:rPr>
              <a:t>Continue work on Fault Tolerance and Operational Support</a:t>
            </a:r>
            <a:endParaRPr lang="en-US">
              <a:ea typeface="+mn-ea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AD0545-AC4B-632A-3275-5D9D982408F9}"/>
              </a:ext>
            </a:extLst>
          </p:cNvPr>
          <p:cNvCxnSpPr/>
          <p:nvPr/>
        </p:nvCxnSpPr>
        <p:spPr>
          <a:xfrm>
            <a:off x="1289785" y="1063649"/>
            <a:ext cx="0" cy="548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Target with solid fill">
            <a:extLst>
              <a:ext uri="{FF2B5EF4-FFF2-40B4-BE49-F238E27FC236}">
                <a16:creationId xmlns:a16="http://schemas.microsoft.com/office/drawing/2014/main" id="{451F586C-C1E4-467B-E68C-47DF18EEA3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452" y="725555"/>
            <a:ext cx="550244" cy="550244"/>
          </a:xfrm>
          <a:prstGeom prst="rect">
            <a:avLst/>
          </a:prstGeom>
        </p:spPr>
      </p:pic>
      <p:graphicFrame>
        <p:nvGraphicFramePr>
          <p:cNvPr id="9" name="Table 10">
            <a:extLst>
              <a:ext uri="{FF2B5EF4-FFF2-40B4-BE49-F238E27FC236}">
                <a16:creationId xmlns:a16="http://schemas.microsoft.com/office/drawing/2014/main" id="{FFBE3351-0356-E65E-4729-E1D9B5184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235924"/>
              </p:ext>
            </p:extLst>
          </p:nvPr>
        </p:nvGraphicFramePr>
        <p:xfrm>
          <a:off x="487011" y="1337167"/>
          <a:ext cx="10986296" cy="5450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>
                  <a:extLst>
                    <a:ext uri="{9D8B030D-6E8A-4147-A177-3AD203B41FA5}">
                      <a16:colId xmlns:a16="http://schemas.microsoft.com/office/drawing/2014/main" val="3065970671"/>
                    </a:ext>
                  </a:extLst>
                </a:gridCol>
                <a:gridCol w="5374640">
                  <a:extLst>
                    <a:ext uri="{9D8B030D-6E8A-4147-A177-3AD203B41FA5}">
                      <a16:colId xmlns:a16="http://schemas.microsoft.com/office/drawing/2014/main" val="2724941581"/>
                    </a:ext>
                  </a:extLst>
                </a:gridCol>
                <a:gridCol w="1174242">
                  <a:extLst>
                    <a:ext uri="{9D8B030D-6E8A-4147-A177-3AD203B41FA5}">
                      <a16:colId xmlns:a16="http://schemas.microsoft.com/office/drawing/2014/main" val="1351413693"/>
                    </a:ext>
                  </a:extLst>
                </a:gridCol>
                <a:gridCol w="3920998">
                  <a:extLst>
                    <a:ext uri="{9D8B030D-6E8A-4147-A177-3AD203B41FA5}">
                      <a16:colId xmlns:a16="http://schemas.microsoft.com/office/drawing/2014/main" val="3797513455"/>
                    </a:ext>
                  </a:extLst>
                </a:gridCol>
              </a:tblGrid>
              <a:tr h="229406"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Item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Status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Comments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640909"/>
                  </a:ext>
                </a:extLst>
              </a:tr>
              <a:tr h="599801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0" marR="63500" marT="44450" marB="444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Ops items</a:t>
                      </a:r>
                      <a:endParaRPr lang="en-GB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50" marB="444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  <a:endParaRPr lang="en-US" sz="1200" b="1">
                        <a:latin typeface="Calibri" panose="020F0502020204030204" pitchFamily="34" charset="0"/>
                      </a:endParaRPr>
                    </a:p>
                  </a:txBody>
                  <a:tcPr marL="63500" marR="63500" marT="44450" marB="444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12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544174"/>
                  </a:ext>
                </a:extLst>
              </a:tr>
              <a:tr h="599799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QA support [Frontend]</a:t>
                      </a:r>
                      <a:endParaRPr lang="en-GB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3500" marR="63500" marT="44449" marB="44449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kern="1200" noProof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949048"/>
                  </a:ext>
                </a:extLst>
              </a:tr>
              <a:tr h="599799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QA support [Backend]</a:t>
                      </a:r>
                      <a:endParaRPr lang="en-U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3500" marR="63500" marT="44449" marB="44449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kern="1200" noProof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668709"/>
                  </a:ext>
                </a:extLst>
              </a:tr>
              <a:tr h="599799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DV Backup mechanism implementation [Due diligence]</a:t>
                      </a:r>
                      <a:endParaRPr lang="en-GB" sz="12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3500" marR="63500" marT="44449" marB="44449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kern="1200" noProof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988010"/>
                  </a:ext>
                </a:extLst>
              </a:tr>
              <a:tr h="599799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Predefined instance retry implementation [Frontend]</a:t>
                      </a:r>
                      <a:endParaRPr lang="en-GB" sz="12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3500" marR="63500" marT="44449" marB="44449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kern="1200" noProof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377565"/>
                  </a:ext>
                </a:extLst>
              </a:tr>
              <a:tr h="599799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Predefined instance retry implementation [Backend]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3500" marR="63500" marT="44449" marB="44449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kern="1200" noProof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930873"/>
                  </a:ext>
                </a:extLst>
              </a:tr>
            </a:tbl>
          </a:graphicData>
        </a:graphic>
      </p:graphicFrame>
      <p:sp>
        <p:nvSpPr>
          <p:cNvPr id="14" name="Slide Number Placeholder 46">
            <a:extLst>
              <a:ext uri="{FF2B5EF4-FFF2-40B4-BE49-F238E27FC236}">
                <a16:creationId xmlns:a16="http://schemas.microsoft.com/office/drawing/2014/main" id="{2530E976-7448-79F6-E50E-FCF80D8F9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113" y="635591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5493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931D4-CB54-D15C-AFAA-CE491DDB0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44415E5-6A3E-BA99-4CEE-BA64F27524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E23656E-8740-6F62-FF12-A96DF7C9AEA2}"/>
              </a:ext>
            </a:extLst>
          </p:cNvPr>
          <p:cNvSpPr/>
          <p:nvPr/>
        </p:nvSpPr>
        <p:spPr>
          <a:xfrm>
            <a:off x="1104534" y="406855"/>
            <a:ext cx="457687" cy="162576"/>
          </a:xfrm>
          <a:custGeom>
            <a:avLst/>
            <a:gdLst/>
            <a:ahLst/>
            <a:cxnLst/>
            <a:rect l="l" t="t" r="r" b="b"/>
            <a:pathLst>
              <a:path w="457687" h="162576">
                <a:moveTo>
                  <a:pt x="111153" y="110803"/>
                </a:moveTo>
                <a:lnTo>
                  <a:pt x="79853" y="110803"/>
                </a:lnTo>
                <a:lnTo>
                  <a:pt x="88133" y="121015"/>
                </a:lnTo>
                <a:lnTo>
                  <a:pt x="97550" y="129539"/>
                </a:lnTo>
                <a:lnTo>
                  <a:pt x="108420" y="136019"/>
                </a:lnTo>
                <a:lnTo>
                  <a:pt x="121033" y="140071"/>
                </a:lnTo>
                <a:lnTo>
                  <a:pt x="133464" y="141382"/>
                </a:lnTo>
                <a:lnTo>
                  <a:pt x="218524" y="141382"/>
                </a:lnTo>
                <a:lnTo>
                  <a:pt x="226891" y="151379"/>
                </a:lnTo>
                <a:lnTo>
                  <a:pt x="237331" y="158444"/>
                </a:lnTo>
                <a:lnTo>
                  <a:pt x="249791" y="162576"/>
                </a:lnTo>
                <a:lnTo>
                  <a:pt x="267638" y="162215"/>
                </a:lnTo>
                <a:lnTo>
                  <a:pt x="281603" y="159664"/>
                </a:lnTo>
                <a:lnTo>
                  <a:pt x="292389" y="154991"/>
                </a:lnTo>
                <a:lnTo>
                  <a:pt x="300700" y="148262"/>
                </a:lnTo>
                <a:lnTo>
                  <a:pt x="305255" y="147562"/>
                </a:lnTo>
                <a:lnTo>
                  <a:pt x="262794" y="147559"/>
                </a:lnTo>
                <a:lnTo>
                  <a:pt x="232644" y="123610"/>
                </a:lnTo>
                <a:lnTo>
                  <a:pt x="136343" y="123610"/>
                </a:lnTo>
                <a:lnTo>
                  <a:pt x="122795" y="121009"/>
                </a:lnTo>
                <a:lnTo>
                  <a:pt x="112602" y="113468"/>
                </a:lnTo>
                <a:lnTo>
                  <a:pt x="111153" y="110803"/>
                </a:lnTo>
                <a:close/>
              </a:path>
              <a:path w="457687" h="162576">
                <a:moveTo>
                  <a:pt x="302686" y="64829"/>
                </a:moveTo>
                <a:lnTo>
                  <a:pt x="253254" y="64829"/>
                </a:lnTo>
                <a:lnTo>
                  <a:pt x="270847" y="64997"/>
                </a:lnTo>
                <a:lnTo>
                  <a:pt x="281728" y="68784"/>
                </a:lnTo>
                <a:lnTo>
                  <a:pt x="290353" y="81637"/>
                </a:lnTo>
                <a:lnTo>
                  <a:pt x="294202" y="92521"/>
                </a:lnTo>
                <a:lnTo>
                  <a:pt x="294291" y="94258"/>
                </a:lnTo>
                <a:lnTo>
                  <a:pt x="293514" y="113801"/>
                </a:lnTo>
                <a:lnTo>
                  <a:pt x="263341" y="147559"/>
                </a:lnTo>
                <a:lnTo>
                  <a:pt x="262810" y="147562"/>
                </a:lnTo>
                <a:lnTo>
                  <a:pt x="305274" y="147559"/>
                </a:lnTo>
                <a:lnTo>
                  <a:pt x="345477" y="141382"/>
                </a:lnTo>
                <a:lnTo>
                  <a:pt x="404218" y="141378"/>
                </a:lnTo>
                <a:lnTo>
                  <a:pt x="418985" y="139524"/>
                </a:lnTo>
                <a:lnTo>
                  <a:pt x="431706" y="134230"/>
                </a:lnTo>
                <a:lnTo>
                  <a:pt x="441481" y="126445"/>
                </a:lnTo>
                <a:lnTo>
                  <a:pt x="404218" y="126445"/>
                </a:lnTo>
                <a:lnTo>
                  <a:pt x="390795" y="123809"/>
                </a:lnTo>
                <a:lnTo>
                  <a:pt x="390170" y="123351"/>
                </a:lnTo>
                <a:lnTo>
                  <a:pt x="314064" y="123351"/>
                </a:lnTo>
                <a:lnTo>
                  <a:pt x="315559" y="117881"/>
                </a:lnTo>
                <a:lnTo>
                  <a:pt x="315669" y="117246"/>
                </a:lnTo>
                <a:lnTo>
                  <a:pt x="316301" y="112390"/>
                </a:lnTo>
                <a:lnTo>
                  <a:pt x="316241" y="103631"/>
                </a:lnTo>
                <a:lnTo>
                  <a:pt x="315212" y="91287"/>
                </a:lnTo>
                <a:lnTo>
                  <a:pt x="311726" y="78849"/>
                </a:lnTo>
                <a:lnTo>
                  <a:pt x="305961" y="68057"/>
                </a:lnTo>
                <a:lnTo>
                  <a:pt x="302686" y="64829"/>
                </a:lnTo>
                <a:close/>
              </a:path>
              <a:path w="457687" h="162576">
                <a:moveTo>
                  <a:pt x="442681" y="40921"/>
                </a:moveTo>
                <a:lnTo>
                  <a:pt x="395288" y="40921"/>
                </a:lnTo>
                <a:lnTo>
                  <a:pt x="412385" y="42312"/>
                </a:lnTo>
                <a:lnTo>
                  <a:pt x="424750" y="47822"/>
                </a:lnTo>
                <a:lnTo>
                  <a:pt x="432824" y="57063"/>
                </a:lnTo>
                <a:lnTo>
                  <a:pt x="437047" y="69649"/>
                </a:lnTo>
                <a:lnTo>
                  <a:pt x="436310" y="88762"/>
                </a:lnTo>
                <a:lnTo>
                  <a:pt x="418235" y="123749"/>
                </a:lnTo>
                <a:lnTo>
                  <a:pt x="404218" y="126445"/>
                </a:lnTo>
                <a:lnTo>
                  <a:pt x="441481" y="126445"/>
                </a:lnTo>
                <a:lnTo>
                  <a:pt x="442159" y="125904"/>
                </a:lnTo>
                <a:lnTo>
                  <a:pt x="450122" y="114951"/>
                </a:lnTo>
                <a:lnTo>
                  <a:pt x="455372" y="101778"/>
                </a:lnTo>
                <a:lnTo>
                  <a:pt x="457687" y="86790"/>
                </a:lnTo>
                <a:lnTo>
                  <a:pt x="456331" y="70588"/>
                </a:lnTo>
                <a:lnTo>
                  <a:pt x="456209" y="69649"/>
                </a:lnTo>
                <a:lnTo>
                  <a:pt x="452057" y="55354"/>
                </a:lnTo>
                <a:lnTo>
                  <a:pt x="445243" y="43456"/>
                </a:lnTo>
                <a:lnTo>
                  <a:pt x="442681" y="40921"/>
                </a:lnTo>
                <a:close/>
              </a:path>
              <a:path w="457687" h="162576">
                <a:moveTo>
                  <a:pt x="182460" y="24458"/>
                </a:moveTo>
                <a:lnTo>
                  <a:pt x="164436" y="24458"/>
                </a:lnTo>
                <a:lnTo>
                  <a:pt x="164369" y="100350"/>
                </a:lnTo>
                <a:lnTo>
                  <a:pt x="163140" y="108170"/>
                </a:lnTo>
                <a:lnTo>
                  <a:pt x="160179" y="113801"/>
                </a:lnTo>
                <a:lnTo>
                  <a:pt x="156963" y="120003"/>
                </a:lnTo>
                <a:lnTo>
                  <a:pt x="149754" y="123610"/>
                </a:lnTo>
                <a:lnTo>
                  <a:pt x="232644" y="123610"/>
                </a:lnTo>
                <a:lnTo>
                  <a:pt x="232586" y="123351"/>
                </a:lnTo>
                <a:lnTo>
                  <a:pt x="177568" y="123351"/>
                </a:lnTo>
                <a:lnTo>
                  <a:pt x="181058" y="112390"/>
                </a:lnTo>
                <a:lnTo>
                  <a:pt x="182315" y="99918"/>
                </a:lnTo>
                <a:lnTo>
                  <a:pt x="182442" y="64829"/>
                </a:lnTo>
                <a:lnTo>
                  <a:pt x="182460" y="24458"/>
                </a:lnTo>
                <a:close/>
              </a:path>
              <a:path w="457687" h="162576">
                <a:moveTo>
                  <a:pt x="103378" y="0"/>
                </a:moveTo>
                <a:lnTo>
                  <a:pt x="48781" y="0"/>
                </a:lnTo>
                <a:lnTo>
                  <a:pt x="35457" y="1923"/>
                </a:lnTo>
                <a:lnTo>
                  <a:pt x="6958" y="27819"/>
                </a:lnTo>
                <a:lnTo>
                  <a:pt x="0" y="58967"/>
                </a:lnTo>
                <a:lnTo>
                  <a:pt x="1331" y="75544"/>
                </a:lnTo>
                <a:lnTo>
                  <a:pt x="20256" y="113586"/>
                </a:lnTo>
                <a:lnTo>
                  <a:pt x="42039" y="123433"/>
                </a:lnTo>
                <a:lnTo>
                  <a:pt x="57974" y="122108"/>
                </a:lnTo>
                <a:lnTo>
                  <a:pt x="70439" y="117881"/>
                </a:lnTo>
                <a:lnTo>
                  <a:pt x="79853" y="110803"/>
                </a:lnTo>
                <a:lnTo>
                  <a:pt x="111153" y="110803"/>
                </a:lnTo>
                <a:lnTo>
                  <a:pt x="109722" y="108170"/>
                </a:lnTo>
                <a:lnTo>
                  <a:pt x="61047" y="108159"/>
                </a:lnTo>
                <a:lnTo>
                  <a:pt x="45745" y="106450"/>
                </a:lnTo>
                <a:lnTo>
                  <a:pt x="33819" y="100350"/>
                </a:lnTo>
                <a:lnTo>
                  <a:pt x="25264" y="90664"/>
                </a:lnTo>
                <a:lnTo>
                  <a:pt x="20005" y="78268"/>
                </a:lnTo>
                <a:lnTo>
                  <a:pt x="17917" y="63915"/>
                </a:lnTo>
                <a:lnTo>
                  <a:pt x="19631" y="46656"/>
                </a:lnTo>
                <a:lnTo>
                  <a:pt x="24561" y="32334"/>
                </a:lnTo>
                <a:lnTo>
                  <a:pt x="32300" y="21598"/>
                </a:lnTo>
                <a:lnTo>
                  <a:pt x="42442" y="15098"/>
                </a:lnTo>
                <a:lnTo>
                  <a:pt x="84832" y="13385"/>
                </a:lnTo>
                <a:lnTo>
                  <a:pt x="103385" y="13385"/>
                </a:lnTo>
                <a:lnTo>
                  <a:pt x="103378" y="0"/>
                </a:lnTo>
                <a:close/>
              </a:path>
              <a:path w="457687" h="162576">
                <a:moveTo>
                  <a:pt x="272814" y="47847"/>
                </a:moveTo>
                <a:lnTo>
                  <a:pt x="232245" y="55763"/>
                </a:lnTo>
                <a:lnTo>
                  <a:pt x="209224" y="96906"/>
                </a:lnTo>
                <a:lnTo>
                  <a:pt x="209233" y="106373"/>
                </a:lnTo>
                <a:lnTo>
                  <a:pt x="209353" y="113801"/>
                </a:lnTo>
                <a:lnTo>
                  <a:pt x="210682" y="122880"/>
                </a:lnTo>
                <a:lnTo>
                  <a:pt x="180399" y="123351"/>
                </a:lnTo>
                <a:lnTo>
                  <a:pt x="232586" y="123351"/>
                </a:lnTo>
                <a:lnTo>
                  <a:pt x="230453" y="113801"/>
                </a:lnTo>
                <a:lnTo>
                  <a:pt x="231000" y="96906"/>
                </a:lnTo>
                <a:lnTo>
                  <a:pt x="233343" y="85086"/>
                </a:lnTo>
                <a:lnTo>
                  <a:pt x="243201" y="71539"/>
                </a:lnTo>
                <a:lnTo>
                  <a:pt x="253254" y="64829"/>
                </a:lnTo>
                <a:lnTo>
                  <a:pt x="302686" y="64829"/>
                </a:lnTo>
                <a:lnTo>
                  <a:pt x="295591" y="57834"/>
                </a:lnTo>
                <a:lnTo>
                  <a:pt x="284644" y="51245"/>
                </a:lnTo>
                <a:lnTo>
                  <a:pt x="272814" y="47847"/>
                </a:lnTo>
                <a:close/>
              </a:path>
              <a:path w="457687" h="162576">
                <a:moveTo>
                  <a:pt x="404474" y="24716"/>
                </a:moveTo>
                <a:lnTo>
                  <a:pt x="366054" y="40002"/>
                </a:lnTo>
                <a:lnTo>
                  <a:pt x="350378" y="77989"/>
                </a:lnTo>
                <a:lnTo>
                  <a:pt x="350274" y="78849"/>
                </a:lnTo>
                <a:lnTo>
                  <a:pt x="351159" y="94258"/>
                </a:lnTo>
                <a:lnTo>
                  <a:pt x="354022" y="106989"/>
                </a:lnTo>
                <a:lnTo>
                  <a:pt x="358806" y="117426"/>
                </a:lnTo>
                <a:lnTo>
                  <a:pt x="345477" y="123351"/>
                </a:lnTo>
                <a:lnTo>
                  <a:pt x="390170" y="123351"/>
                </a:lnTo>
                <a:lnTo>
                  <a:pt x="380507" y="116276"/>
                </a:lnTo>
                <a:lnTo>
                  <a:pt x="373673" y="104407"/>
                </a:lnTo>
                <a:lnTo>
                  <a:pt x="370616" y="88762"/>
                </a:lnTo>
                <a:lnTo>
                  <a:pt x="372119" y="70588"/>
                </a:lnTo>
                <a:lnTo>
                  <a:pt x="376766" y="56458"/>
                </a:lnTo>
                <a:lnTo>
                  <a:pt x="384506" y="46519"/>
                </a:lnTo>
                <a:lnTo>
                  <a:pt x="395288" y="40921"/>
                </a:lnTo>
                <a:lnTo>
                  <a:pt x="442681" y="40921"/>
                </a:lnTo>
                <a:lnTo>
                  <a:pt x="436018" y="34328"/>
                </a:lnTo>
                <a:lnTo>
                  <a:pt x="424575" y="28137"/>
                </a:lnTo>
                <a:lnTo>
                  <a:pt x="411107" y="25049"/>
                </a:lnTo>
                <a:lnTo>
                  <a:pt x="404474" y="24716"/>
                </a:lnTo>
                <a:close/>
              </a:path>
              <a:path w="457687" h="162576">
                <a:moveTo>
                  <a:pt x="103385" y="13385"/>
                </a:moveTo>
                <a:lnTo>
                  <a:pt x="84832" y="13385"/>
                </a:lnTo>
                <a:lnTo>
                  <a:pt x="84832" y="58967"/>
                </a:lnTo>
                <a:lnTo>
                  <a:pt x="83109" y="77989"/>
                </a:lnTo>
                <a:lnTo>
                  <a:pt x="78587" y="92521"/>
                </a:lnTo>
                <a:lnTo>
                  <a:pt x="71267" y="102576"/>
                </a:lnTo>
                <a:lnTo>
                  <a:pt x="61149" y="108170"/>
                </a:lnTo>
                <a:lnTo>
                  <a:pt x="109722" y="108170"/>
                </a:lnTo>
                <a:lnTo>
                  <a:pt x="106058" y="101430"/>
                </a:lnTo>
                <a:lnTo>
                  <a:pt x="103419" y="85224"/>
                </a:lnTo>
                <a:lnTo>
                  <a:pt x="103385" y="133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6A54EFD-109D-6578-027C-B896BFE8D344}"/>
              </a:ext>
            </a:extLst>
          </p:cNvPr>
          <p:cNvSpPr/>
          <p:nvPr/>
        </p:nvSpPr>
        <p:spPr>
          <a:xfrm>
            <a:off x="1562340" y="381613"/>
            <a:ext cx="131860" cy="208854"/>
          </a:xfrm>
          <a:custGeom>
            <a:avLst/>
            <a:gdLst/>
            <a:ahLst/>
            <a:cxnLst/>
            <a:rect l="l" t="t" r="r" b="b"/>
            <a:pathLst>
              <a:path w="131860" h="208854">
                <a:moveTo>
                  <a:pt x="54081" y="49701"/>
                </a:moveTo>
                <a:lnTo>
                  <a:pt x="36051" y="49701"/>
                </a:lnTo>
                <a:lnTo>
                  <a:pt x="35999" y="148592"/>
                </a:lnTo>
                <a:lnTo>
                  <a:pt x="34220" y="166001"/>
                </a:lnTo>
                <a:lnTo>
                  <a:pt x="28740" y="178972"/>
                </a:lnTo>
                <a:lnTo>
                  <a:pt x="19628" y="187276"/>
                </a:lnTo>
                <a:lnTo>
                  <a:pt x="6900" y="191194"/>
                </a:lnTo>
                <a:lnTo>
                  <a:pt x="0" y="208854"/>
                </a:lnTo>
                <a:lnTo>
                  <a:pt x="38839" y="194028"/>
                </a:lnTo>
                <a:lnTo>
                  <a:pt x="51351" y="170892"/>
                </a:lnTo>
                <a:lnTo>
                  <a:pt x="96574" y="166622"/>
                </a:lnTo>
                <a:lnTo>
                  <a:pt x="110460" y="163769"/>
                </a:lnTo>
                <a:lnTo>
                  <a:pt x="120896" y="156880"/>
                </a:lnTo>
                <a:lnTo>
                  <a:pt x="126147" y="148592"/>
                </a:lnTo>
                <a:lnTo>
                  <a:pt x="54081" y="148592"/>
                </a:lnTo>
                <a:lnTo>
                  <a:pt x="54081" y="49701"/>
                </a:lnTo>
                <a:close/>
              </a:path>
              <a:path w="131860" h="208854">
                <a:moveTo>
                  <a:pt x="131860" y="0"/>
                </a:moveTo>
                <a:lnTo>
                  <a:pt x="113836" y="0"/>
                </a:lnTo>
                <a:lnTo>
                  <a:pt x="113836" y="125162"/>
                </a:lnTo>
                <a:lnTo>
                  <a:pt x="112549" y="133399"/>
                </a:lnTo>
                <a:lnTo>
                  <a:pt x="109973" y="138035"/>
                </a:lnTo>
                <a:lnTo>
                  <a:pt x="106898" y="144186"/>
                </a:lnTo>
                <a:lnTo>
                  <a:pt x="101177" y="147685"/>
                </a:lnTo>
                <a:lnTo>
                  <a:pt x="92701" y="148592"/>
                </a:lnTo>
                <a:lnTo>
                  <a:pt x="126147" y="148592"/>
                </a:lnTo>
                <a:lnTo>
                  <a:pt x="127876" y="145864"/>
                </a:lnTo>
                <a:lnTo>
                  <a:pt x="131397" y="130728"/>
                </a:lnTo>
                <a:lnTo>
                  <a:pt x="1318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05794F8-21BA-3ABD-D3CA-558B5B41CF17}"/>
              </a:ext>
            </a:extLst>
          </p:cNvPr>
          <p:cNvSpPr/>
          <p:nvPr/>
        </p:nvSpPr>
        <p:spPr>
          <a:xfrm>
            <a:off x="1737734" y="381612"/>
            <a:ext cx="0" cy="166622"/>
          </a:xfrm>
          <a:custGeom>
            <a:avLst/>
            <a:gdLst/>
            <a:ahLst/>
            <a:cxnLst/>
            <a:rect l="l" t="t" r="r" b="b"/>
            <a:pathLst>
              <a:path h="166622">
                <a:moveTo>
                  <a:pt x="0" y="0"/>
                </a:moveTo>
                <a:lnTo>
                  <a:pt x="0" y="166622"/>
                </a:lnTo>
              </a:path>
            </a:pathLst>
          </a:custGeom>
          <a:ln w="192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34AD001-4057-A34F-E665-987275A12761}"/>
              </a:ext>
            </a:extLst>
          </p:cNvPr>
          <p:cNvSpPr/>
          <p:nvPr/>
        </p:nvSpPr>
        <p:spPr>
          <a:xfrm>
            <a:off x="1808405" y="406853"/>
            <a:ext cx="184060" cy="141382"/>
          </a:xfrm>
          <a:custGeom>
            <a:avLst/>
            <a:gdLst/>
            <a:ahLst/>
            <a:cxnLst/>
            <a:rect l="l" t="t" r="r" b="b"/>
            <a:pathLst>
              <a:path w="184060" h="141382">
                <a:moveTo>
                  <a:pt x="111213" y="110805"/>
                </a:moveTo>
                <a:lnTo>
                  <a:pt x="79915" y="110805"/>
                </a:lnTo>
                <a:lnTo>
                  <a:pt x="88155" y="121040"/>
                </a:lnTo>
                <a:lnTo>
                  <a:pt x="97560" y="129583"/>
                </a:lnTo>
                <a:lnTo>
                  <a:pt x="108420" y="136064"/>
                </a:lnTo>
                <a:lnTo>
                  <a:pt x="121024" y="140116"/>
                </a:lnTo>
                <a:lnTo>
                  <a:pt x="137483" y="141382"/>
                </a:lnTo>
                <a:lnTo>
                  <a:pt x="146206" y="141382"/>
                </a:lnTo>
                <a:lnTo>
                  <a:pt x="160737" y="139277"/>
                </a:lnTo>
                <a:lnTo>
                  <a:pt x="171766" y="132971"/>
                </a:lnTo>
                <a:lnTo>
                  <a:pt x="178481" y="123612"/>
                </a:lnTo>
                <a:lnTo>
                  <a:pt x="136390" y="123610"/>
                </a:lnTo>
                <a:lnTo>
                  <a:pt x="122862" y="121017"/>
                </a:lnTo>
                <a:lnTo>
                  <a:pt x="112673" y="113492"/>
                </a:lnTo>
                <a:lnTo>
                  <a:pt x="111213" y="110805"/>
                </a:lnTo>
                <a:close/>
              </a:path>
              <a:path w="184060" h="141382">
                <a:moveTo>
                  <a:pt x="184060" y="24461"/>
                </a:moveTo>
                <a:lnTo>
                  <a:pt x="166033" y="24461"/>
                </a:lnTo>
                <a:lnTo>
                  <a:pt x="165966" y="100351"/>
                </a:lnTo>
                <a:lnTo>
                  <a:pt x="164743" y="108173"/>
                </a:lnTo>
                <a:lnTo>
                  <a:pt x="162172" y="112798"/>
                </a:lnTo>
                <a:lnTo>
                  <a:pt x="158569" y="120009"/>
                </a:lnTo>
                <a:lnTo>
                  <a:pt x="151354" y="123610"/>
                </a:lnTo>
                <a:lnTo>
                  <a:pt x="136404" y="123612"/>
                </a:lnTo>
                <a:lnTo>
                  <a:pt x="178481" y="123612"/>
                </a:lnTo>
                <a:lnTo>
                  <a:pt x="179294" y="122479"/>
                </a:lnTo>
                <a:lnTo>
                  <a:pt x="183223" y="108173"/>
                </a:lnTo>
                <a:lnTo>
                  <a:pt x="183333" y="106452"/>
                </a:lnTo>
                <a:lnTo>
                  <a:pt x="184060" y="24461"/>
                </a:lnTo>
                <a:close/>
              </a:path>
              <a:path w="184060" h="141382">
                <a:moveTo>
                  <a:pt x="103440" y="0"/>
                </a:moveTo>
                <a:lnTo>
                  <a:pt x="48841" y="0"/>
                </a:lnTo>
                <a:lnTo>
                  <a:pt x="35518" y="1923"/>
                </a:lnTo>
                <a:lnTo>
                  <a:pt x="7021" y="27822"/>
                </a:lnTo>
                <a:lnTo>
                  <a:pt x="0" y="58171"/>
                </a:lnTo>
                <a:lnTo>
                  <a:pt x="1395" y="75549"/>
                </a:lnTo>
                <a:lnTo>
                  <a:pt x="20321" y="113591"/>
                </a:lnTo>
                <a:lnTo>
                  <a:pt x="42102" y="123436"/>
                </a:lnTo>
                <a:lnTo>
                  <a:pt x="58038" y="122110"/>
                </a:lnTo>
                <a:lnTo>
                  <a:pt x="70502" y="117883"/>
                </a:lnTo>
                <a:lnTo>
                  <a:pt x="79915" y="110805"/>
                </a:lnTo>
                <a:lnTo>
                  <a:pt x="111213" y="110805"/>
                </a:lnTo>
                <a:lnTo>
                  <a:pt x="109782" y="108173"/>
                </a:lnTo>
                <a:lnTo>
                  <a:pt x="61114" y="108163"/>
                </a:lnTo>
                <a:lnTo>
                  <a:pt x="45803" y="106452"/>
                </a:lnTo>
                <a:lnTo>
                  <a:pt x="33879" y="100351"/>
                </a:lnTo>
                <a:lnTo>
                  <a:pt x="25334" y="90685"/>
                </a:lnTo>
                <a:lnTo>
                  <a:pt x="20068" y="78267"/>
                </a:lnTo>
                <a:lnTo>
                  <a:pt x="17981" y="63912"/>
                </a:lnTo>
                <a:lnTo>
                  <a:pt x="19696" y="46655"/>
                </a:lnTo>
                <a:lnTo>
                  <a:pt x="24626" y="32333"/>
                </a:lnTo>
                <a:lnTo>
                  <a:pt x="32365" y="21598"/>
                </a:lnTo>
                <a:lnTo>
                  <a:pt x="42508" y="15099"/>
                </a:lnTo>
                <a:lnTo>
                  <a:pt x="84890" y="13388"/>
                </a:lnTo>
                <a:lnTo>
                  <a:pt x="103446" y="13388"/>
                </a:lnTo>
                <a:lnTo>
                  <a:pt x="103440" y="0"/>
                </a:lnTo>
                <a:close/>
              </a:path>
              <a:path w="184060" h="141382">
                <a:moveTo>
                  <a:pt x="103446" y="13388"/>
                </a:moveTo>
                <a:lnTo>
                  <a:pt x="84890" y="13388"/>
                </a:lnTo>
                <a:lnTo>
                  <a:pt x="84890" y="58971"/>
                </a:lnTo>
                <a:lnTo>
                  <a:pt x="83168" y="77993"/>
                </a:lnTo>
                <a:lnTo>
                  <a:pt x="78647" y="92524"/>
                </a:lnTo>
                <a:lnTo>
                  <a:pt x="71327" y="102580"/>
                </a:lnTo>
                <a:lnTo>
                  <a:pt x="61207" y="108173"/>
                </a:lnTo>
                <a:lnTo>
                  <a:pt x="109782" y="108173"/>
                </a:lnTo>
                <a:lnTo>
                  <a:pt x="106118" y="101431"/>
                </a:lnTo>
                <a:lnTo>
                  <a:pt x="103480" y="85226"/>
                </a:lnTo>
                <a:lnTo>
                  <a:pt x="103446" y="13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0C5FBAB-36A1-9636-30AD-CC51F26E0698}"/>
              </a:ext>
            </a:extLst>
          </p:cNvPr>
          <p:cNvSpPr/>
          <p:nvPr/>
        </p:nvSpPr>
        <p:spPr>
          <a:xfrm>
            <a:off x="2013349" y="381613"/>
            <a:ext cx="323744" cy="208854"/>
          </a:xfrm>
          <a:custGeom>
            <a:avLst/>
            <a:gdLst/>
            <a:ahLst/>
            <a:cxnLst/>
            <a:rect l="l" t="t" r="r" b="b"/>
            <a:pathLst>
              <a:path w="323744" h="208854">
                <a:moveTo>
                  <a:pt x="58693" y="49810"/>
                </a:moveTo>
                <a:lnTo>
                  <a:pt x="20859" y="60460"/>
                </a:lnTo>
                <a:lnTo>
                  <a:pt x="1194" y="95284"/>
                </a:lnTo>
                <a:lnTo>
                  <a:pt x="0" y="106982"/>
                </a:lnTo>
                <a:lnTo>
                  <a:pt x="1082" y="121281"/>
                </a:lnTo>
                <a:lnTo>
                  <a:pt x="20768" y="156056"/>
                </a:lnTo>
                <a:lnTo>
                  <a:pt x="77505" y="166622"/>
                </a:lnTo>
                <a:lnTo>
                  <a:pt x="71502" y="179853"/>
                </a:lnTo>
                <a:lnTo>
                  <a:pt x="61835" y="188190"/>
                </a:lnTo>
                <a:lnTo>
                  <a:pt x="48552" y="191535"/>
                </a:lnTo>
                <a:lnTo>
                  <a:pt x="43767" y="191601"/>
                </a:lnTo>
                <a:lnTo>
                  <a:pt x="43767" y="208854"/>
                </a:lnTo>
                <a:lnTo>
                  <a:pt x="82421" y="194030"/>
                </a:lnTo>
                <a:lnTo>
                  <a:pt x="95083" y="170898"/>
                </a:lnTo>
                <a:lnTo>
                  <a:pt x="100693" y="166622"/>
                </a:lnTo>
                <a:lnTo>
                  <a:pt x="285883" y="166622"/>
                </a:lnTo>
                <a:lnTo>
                  <a:pt x="300418" y="164517"/>
                </a:lnTo>
                <a:lnTo>
                  <a:pt x="311449" y="158212"/>
                </a:lnTo>
                <a:lnTo>
                  <a:pt x="318166" y="148852"/>
                </a:lnTo>
                <a:lnTo>
                  <a:pt x="49689" y="148852"/>
                </a:lnTo>
                <a:lnTo>
                  <a:pt x="37331" y="145853"/>
                </a:lnTo>
                <a:lnTo>
                  <a:pt x="27497" y="136853"/>
                </a:lnTo>
                <a:lnTo>
                  <a:pt x="21438" y="124489"/>
                </a:lnTo>
                <a:lnTo>
                  <a:pt x="18810" y="112532"/>
                </a:lnTo>
                <a:lnTo>
                  <a:pt x="19786" y="97362"/>
                </a:lnTo>
                <a:lnTo>
                  <a:pt x="23228" y="86057"/>
                </a:lnTo>
                <a:lnTo>
                  <a:pt x="33603" y="73088"/>
                </a:lnTo>
                <a:lnTo>
                  <a:pt x="43631" y="67157"/>
                </a:lnTo>
                <a:lnTo>
                  <a:pt x="88823" y="67157"/>
                </a:lnTo>
                <a:lnTo>
                  <a:pt x="83147" y="59996"/>
                </a:lnTo>
                <a:lnTo>
                  <a:pt x="72197" y="53166"/>
                </a:lnTo>
                <a:lnTo>
                  <a:pt x="58693" y="49810"/>
                </a:lnTo>
                <a:close/>
              </a:path>
              <a:path w="323744" h="208854">
                <a:moveTo>
                  <a:pt x="88823" y="67157"/>
                </a:moveTo>
                <a:lnTo>
                  <a:pt x="43631" y="67157"/>
                </a:lnTo>
                <a:lnTo>
                  <a:pt x="59964" y="67954"/>
                </a:lnTo>
                <a:lnTo>
                  <a:pt x="69744" y="72411"/>
                </a:lnTo>
                <a:lnTo>
                  <a:pt x="77244" y="80354"/>
                </a:lnTo>
                <a:lnTo>
                  <a:pt x="79563" y="86787"/>
                </a:lnTo>
                <a:lnTo>
                  <a:pt x="79563" y="148592"/>
                </a:lnTo>
                <a:lnTo>
                  <a:pt x="49689" y="148852"/>
                </a:lnTo>
                <a:lnTo>
                  <a:pt x="98106" y="148852"/>
                </a:lnTo>
                <a:lnTo>
                  <a:pt x="98106" y="100952"/>
                </a:lnTo>
                <a:lnTo>
                  <a:pt x="96358" y="83928"/>
                </a:lnTo>
                <a:lnTo>
                  <a:pt x="91286" y="70263"/>
                </a:lnTo>
                <a:lnTo>
                  <a:pt x="88823" y="67157"/>
                </a:lnTo>
                <a:close/>
              </a:path>
              <a:path w="323744" h="208854">
                <a:moveTo>
                  <a:pt x="182293" y="63154"/>
                </a:moveTo>
                <a:lnTo>
                  <a:pt x="144106" y="79823"/>
                </a:lnTo>
                <a:lnTo>
                  <a:pt x="133651" y="105218"/>
                </a:lnTo>
                <a:lnTo>
                  <a:pt x="134225" y="121281"/>
                </a:lnTo>
                <a:lnTo>
                  <a:pt x="134288" y="122038"/>
                </a:lnTo>
                <a:lnTo>
                  <a:pt x="136834" y="134467"/>
                </a:lnTo>
                <a:lnTo>
                  <a:pt x="141351" y="144216"/>
                </a:lnTo>
                <a:lnTo>
                  <a:pt x="131583" y="148852"/>
                </a:lnTo>
                <a:lnTo>
                  <a:pt x="278596" y="148852"/>
                </a:lnTo>
                <a:lnTo>
                  <a:pt x="278596" y="148592"/>
                </a:lnTo>
                <a:lnTo>
                  <a:pt x="179502" y="148592"/>
                </a:lnTo>
                <a:lnTo>
                  <a:pt x="166253" y="145244"/>
                </a:lnTo>
                <a:lnTo>
                  <a:pt x="157120" y="135995"/>
                </a:lnTo>
                <a:lnTo>
                  <a:pt x="152473" y="122038"/>
                </a:lnTo>
                <a:lnTo>
                  <a:pt x="153900" y="102874"/>
                </a:lnTo>
                <a:lnTo>
                  <a:pt x="158828" y="89373"/>
                </a:lnTo>
                <a:lnTo>
                  <a:pt x="167083" y="81217"/>
                </a:lnTo>
                <a:lnTo>
                  <a:pt x="178493" y="78087"/>
                </a:lnTo>
                <a:lnTo>
                  <a:pt x="212161" y="78087"/>
                </a:lnTo>
                <a:lnTo>
                  <a:pt x="205007" y="70712"/>
                </a:lnTo>
                <a:lnTo>
                  <a:pt x="194543" y="65326"/>
                </a:lnTo>
                <a:lnTo>
                  <a:pt x="182293" y="63154"/>
                </a:lnTo>
                <a:close/>
              </a:path>
              <a:path w="323744" h="208854">
                <a:moveTo>
                  <a:pt x="323744" y="0"/>
                </a:moveTo>
                <a:lnTo>
                  <a:pt x="305721" y="0"/>
                </a:lnTo>
                <a:lnTo>
                  <a:pt x="305721" y="125162"/>
                </a:lnTo>
                <a:lnTo>
                  <a:pt x="304433" y="133399"/>
                </a:lnTo>
                <a:lnTo>
                  <a:pt x="301853" y="138035"/>
                </a:lnTo>
                <a:lnTo>
                  <a:pt x="298250" y="145249"/>
                </a:lnTo>
                <a:lnTo>
                  <a:pt x="291034" y="148852"/>
                </a:lnTo>
                <a:lnTo>
                  <a:pt x="318166" y="148852"/>
                </a:lnTo>
                <a:lnTo>
                  <a:pt x="318978" y="147721"/>
                </a:lnTo>
                <a:lnTo>
                  <a:pt x="322912" y="133399"/>
                </a:lnTo>
                <a:lnTo>
                  <a:pt x="323014" y="131339"/>
                </a:lnTo>
                <a:lnTo>
                  <a:pt x="323744" y="0"/>
                </a:lnTo>
                <a:close/>
              </a:path>
              <a:path w="323744" h="208854">
                <a:moveTo>
                  <a:pt x="212161" y="78087"/>
                </a:moveTo>
                <a:lnTo>
                  <a:pt x="178493" y="78087"/>
                </a:lnTo>
                <a:lnTo>
                  <a:pt x="192361" y="80938"/>
                </a:lnTo>
                <a:lnTo>
                  <a:pt x="201626" y="89438"/>
                </a:lnTo>
                <a:lnTo>
                  <a:pt x="206085" y="102874"/>
                </a:lnTo>
                <a:lnTo>
                  <a:pt x="206132" y="105218"/>
                </a:lnTo>
                <a:lnTo>
                  <a:pt x="205007" y="123637"/>
                </a:lnTo>
                <a:lnTo>
                  <a:pt x="200512" y="137436"/>
                </a:lnTo>
                <a:lnTo>
                  <a:pt x="192783" y="145487"/>
                </a:lnTo>
                <a:lnTo>
                  <a:pt x="181847" y="148522"/>
                </a:lnTo>
                <a:lnTo>
                  <a:pt x="179502" y="148592"/>
                </a:lnTo>
                <a:lnTo>
                  <a:pt x="213237" y="148592"/>
                </a:lnTo>
                <a:lnTo>
                  <a:pt x="220001" y="138302"/>
                </a:lnTo>
                <a:lnTo>
                  <a:pt x="224057" y="126240"/>
                </a:lnTo>
                <a:lnTo>
                  <a:pt x="223210" y="107074"/>
                </a:lnTo>
                <a:lnTo>
                  <a:pt x="219659" y="91797"/>
                </a:lnTo>
                <a:lnTo>
                  <a:pt x="219561" y="91439"/>
                </a:lnTo>
                <a:lnTo>
                  <a:pt x="213438" y="79403"/>
                </a:lnTo>
                <a:lnTo>
                  <a:pt x="212161" y="78087"/>
                </a:lnTo>
                <a:close/>
              </a:path>
              <a:path w="323744" h="208854">
                <a:moveTo>
                  <a:pt x="193071" y="24754"/>
                </a:moveTo>
                <a:lnTo>
                  <a:pt x="192896" y="43263"/>
                </a:lnTo>
                <a:lnTo>
                  <a:pt x="204700" y="47742"/>
                </a:lnTo>
                <a:lnTo>
                  <a:pt x="215776" y="54104"/>
                </a:lnTo>
                <a:lnTo>
                  <a:pt x="242213" y="83249"/>
                </a:lnTo>
                <a:lnTo>
                  <a:pt x="253239" y="123637"/>
                </a:lnTo>
                <a:lnTo>
                  <a:pt x="253297" y="135995"/>
                </a:lnTo>
                <a:lnTo>
                  <a:pt x="252642" y="141905"/>
                </a:lnTo>
                <a:lnTo>
                  <a:pt x="251094" y="148592"/>
                </a:lnTo>
                <a:lnTo>
                  <a:pt x="270153" y="148592"/>
                </a:lnTo>
                <a:lnTo>
                  <a:pt x="270664" y="142930"/>
                </a:lnTo>
                <a:lnTo>
                  <a:pt x="270874" y="138302"/>
                </a:lnTo>
                <a:lnTo>
                  <a:pt x="270921" y="131339"/>
                </a:lnTo>
                <a:lnTo>
                  <a:pt x="270271" y="117369"/>
                </a:lnTo>
                <a:lnTo>
                  <a:pt x="260586" y="80236"/>
                </a:lnTo>
                <a:lnTo>
                  <a:pt x="236250" y="48238"/>
                </a:lnTo>
                <a:lnTo>
                  <a:pt x="203514" y="27707"/>
                </a:lnTo>
                <a:lnTo>
                  <a:pt x="193071" y="24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AE89C24-715C-9441-779B-6AC32AD33BB2}"/>
              </a:ext>
            </a:extLst>
          </p:cNvPr>
          <p:cNvSpPr/>
          <p:nvPr/>
        </p:nvSpPr>
        <p:spPr>
          <a:xfrm>
            <a:off x="2380631" y="381612"/>
            <a:ext cx="0" cy="166625"/>
          </a:xfrm>
          <a:custGeom>
            <a:avLst/>
            <a:gdLst/>
            <a:ahLst/>
            <a:cxnLst/>
            <a:rect l="l" t="t" r="r" b="b"/>
            <a:pathLst>
              <a:path h="166625">
                <a:moveTo>
                  <a:pt x="0" y="0"/>
                </a:moveTo>
                <a:lnTo>
                  <a:pt x="0" y="166625"/>
                </a:lnTo>
              </a:path>
            </a:pathLst>
          </a:custGeom>
          <a:ln w="1929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91AA40B-29B5-80A3-458F-6891EAD16E54}"/>
              </a:ext>
            </a:extLst>
          </p:cNvPr>
          <p:cNvSpPr/>
          <p:nvPr/>
        </p:nvSpPr>
        <p:spPr>
          <a:xfrm>
            <a:off x="1141138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F42F73E-6FB6-228B-BF6F-70CCAA9E0B24}"/>
              </a:ext>
            </a:extLst>
          </p:cNvPr>
          <p:cNvSpPr/>
          <p:nvPr/>
        </p:nvSpPr>
        <p:spPr>
          <a:xfrm>
            <a:off x="1177524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B591D90-368B-2A4D-56AA-D5F2EC255695}"/>
              </a:ext>
            </a:extLst>
          </p:cNvPr>
          <p:cNvSpPr/>
          <p:nvPr/>
        </p:nvSpPr>
        <p:spPr>
          <a:xfrm>
            <a:off x="1843862" y="364760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7999" y="0"/>
                </a:moveTo>
                <a:lnTo>
                  <a:pt x="5189" y="0"/>
                </a:lnTo>
                <a:lnTo>
                  <a:pt x="0" y="5194"/>
                </a:lnTo>
                <a:lnTo>
                  <a:pt x="0" y="18004"/>
                </a:lnTo>
                <a:lnTo>
                  <a:pt x="5189" y="23196"/>
                </a:lnTo>
                <a:lnTo>
                  <a:pt x="17999" y="23196"/>
                </a:lnTo>
                <a:lnTo>
                  <a:pt x="23194" y="18004"/>
                </a:lnTo>
                <a:lnTo>
                  <a:pt x="23194" y="5194"/>
                </a:lnTo>
                <a:lnTo>
                  <a:pt x="17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18E37EAE-4C27-2F90-7A9D-7215E4D4EB85}"/>
              </a:ext>
            </a:extLst>
          </p:cNvPr>
          <p:cNvSpPr/>
          <p:nvPr/>
        </p:nvSpPr>
        <p:spPr>
          <a:xfrm>
            <a:off x="1880238" y="364760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7" y="0"/>
                </a:moveTo>
                <a:lnTo>
                  <a:pt x="5198" y="0"/>
                </a:lnTo>
                <a:lnTo>
                  <a:pt x="0" y="5194"/>
                </a:lnTo>
                <a:lnTo>
                  <a:pt x="0" y="18004"/>
                </a:lnTo>
                <a:lnTo>
                  <a:pt x="5198" y="23196"/>
                </a:lnTo>
                <a:lnTo>
                  <a:pt x="18007" y="23196"/>
                </a:lnTo>
                <a:lnTo>
                  <a:pt x="23200" y="18004"/>
                </a:lnTo>
                <a:lnTo>
                  <a:pt x="23200" y="5194"/>
                </a:lnTo>
                <a:lnTo>
                  <a:pt x="18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33139BE-6F35-352C-BDB2-DBEA27CDACE0}"/>
              </a:ext>
            </a:extLst>
          </p:cNvPr>
          <p:cNvSpPr/>
          <p:nvPr/>
        </p:nvSpPr>
        <p:spPr>
          <a:xfrm>
            <a:off x="1479115" y="390889"/>
            <a:ext cx="23196" cy="23194"/>
          </a:xfrm>
          <a:custGeom>
            <a:avLst/>
            <a:gdLst/>
            <a:ahLst/>
            <a:cxnLst/>
            <a:rect l="l" t="t" r="r" b="b"/>
            <a:pathLst>
              <a:path w="23196" h="23194">
                <a:moveTo>
                  <a:pt x="18004" y="0"/>
                </a:moveTo>
                <a:lnTo>
                  <a:pt x="5194" y="0"/>
                </a:lnTo>
                <a:lnTo>
                  <a:pt x="0" y="5187"/>
                </a:lnTo>
                <a:lnTo>
                  <a:pt x="0" y="18000"/>
                </a:lnTo>
                <a:lnTo>
                  <a:pt x="5194" y="23194"/>
                </a:lnTo>
                <a:lnTo>
                  <a:pt x="18004" y="23194"/>
                </a:lnTo>
                <a:lnTo>
                  <a:pt x="23196" y="18000"/>
                </a:lnTo>
                <a:lnTo>
                  <a:pt x="23196" y="5187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596FEAF-2A4F-7EE4-28FF-01C5E77738D2}"/>
              </a:ext>
            </a:extLst>
          </p:cNvPr>
          <p:cNvSpPr/>
          <p:nvPr/>
        </p:nvSpPr>
        <p:spPr>
          <a:xfrm>
            <a:off x="1515501" y="390889"/>
            <a:ext cx="23197" cy="23194"/>
          </a:xfrm>
          <a:custGeom>
            <a:avLst/>
            <a:gdLst/>
            <a:ahLst/>
            <a:cxnLst/>
            <a:rect l="l" t="t" r="r" b="b"/>
            <a:pathLst>
              <a:path w="23197" h="23194">
                <a:moveTo>
                  <a:pt x="18006" y="0"/>
                </a:moveTo>
                <a:lnTo>
                  <a:pt x="5193" y="0"/>
                </a:lnTo>
                <a:lnTo>
                  <a:pt x="0" y="5187"/>
                </a:lnTo>
                <a:lnTo>
                  <a:pt x="0" y="18000"/>
                </a:lnTo>
                <a:lnTo>
                  <a:pt x="5193" y="23194"/>
                </a:lnTo>
                <a:lnTo>
                  <a:pt x="18006" y="23194"/>
                </a:lnTo>
                <a:lnTo>
                  <a:pt x="23197" y="18000"/>
                </a:lnTo>
                <a:lnTo>
                  <a:pt x="23197" y="5187"/>
                </a:lnTo>
                <a:lnTo>
                  <a:pt x="18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AB044A6-D4D3-2F58-134C-1F3F23491BB4}"/>
              </a:ext>
            </a:extLst>
          </p:cNvPr>
          <p:cNvSpPr/>
          <p:nvPr/>
        </p:nvSpPr>
        <p:spPr>
          <a:xfrm>
            <a:off x="1968314" y="564443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8002" y="0"/>
                </a:moveTo>
                <a:lnTo>
                  <a:pt x="5191" y="0"/>
                </a:lnTo>
                <a:lnTo>
                  <a:pt x="0" y="5195"/>
                </a:lnTo>
                <a:lnTo>
                  <a:pt x="0" y="18002"/>
                </a:lnTo>
                <a:lnTo>
                  <a:pt x="5191" y="23196"/>
                </a:lnTo>
                <a:lnTo>
                  <a:pt x="18002" y="23196"/>
                </a:lnTo>
                <a:lnTo>
                  <a:pt x="23194" y="18002"/>
                </a:lnTo>
                <a:lnTo>
                  <a:pt x="23194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1F0AC803-C3BD-6591-E44A-036A3F5ABF3B}"/>
              </a:ext>
            </a:extLst>
          </p:cNvPr>
          <p:cNvSpPr/>
          <p:nvPr/>
        </p:nvSpPr>
        <p:spPr>
          <a:xfrm>
            <a:off x="2004696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2" y="0"/>
                </a:moveTo>
                <a:lnTo>
                  <a:pt x="5195" y="0"/>
                </a:lnTo>
                <a:lnTo>
                  <a:pt x="0" y="5195"/>
                </a:lnTo>
                <a:lnTo>
                  <a:pt x="0" y="18002"/>
                </a:lnTo>
                <a:lnTo>
                  <a:pt x="5195" y="23196"/>
                </a:lnTo>
                <a:lnTo>
                  <a:pt x="18002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7CA2457-8A94-44CE-74F5-400B917A6440}"/>
              </a:ext>
            </a:extLst>
          </p:cNvPr>
          <p:cNvSpPr/>
          <p:nvPr/>
        </p:nvSpPr>
        <p:spPr>
          <a:xfrm>
            <a:off x="1261482" y="564443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8" y="0"/>
                </a:moveTo>
                <a:lnTo>
                  <a:pt x="5198" y="0"/>
                </a:lnTo>
                <a:lnTo>
                  <a:pt x="0" y="5195"/>
                </a:lnTo>
                <a:lnTo>
                  <a:pt x="0" y="18002"/>
                </a:lnTo>
                <a:lnTo>
                  <a:pt x="5198" y="23196"/>
                </a:lnTo>
                <a:lnTo>
                  <a:pt x="18008" y="23196"/>
                </a:lnTo>
                <a:lnTo>
                  <a:pt x="23200" y="18002"/>
                </a:lnTo>
                <a:lnTo>
                  <a:pt x="23200" y="5195"/>
                </a:lnTo>
                <a:lnTo>
                  <a:pt x="18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0A981747-6A90-DDA3-54E6-C711912EBD54}"/>
              </a:ext>
            </a:extLst>
          </p:cNvPr>
          <p:cNvSpPr/>
          <p:nvPr/>
        </p:nvSpPr>
        <p:spPr>
          <a:xfrm>
            <a:off x="1297868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4" y="0"/>
                </a:moveTo>
                <a:lnTo>
                  <a:pt x="5194" y="0"/>
                </a:lnTo>
                <a:lnTo>
                  <a:pt x="0" y="5195"/>
                </a:lnTo>
                <a:lnTo>
                  <a:pt x="0" y="18002"/>
                </a:lnTo>
                <a:lnTo>
                  <a:pt x="5194" y="23196"/>
                </a:lnTo>
                <a:lnTo>
                  <a:pt x="18004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CD717F7F-F6CA-3B4D-45F9-B6BCDA3CB413}"/>
              </a:ext>
            </a:extLst>
          </p:cNvPr>
          <p:cNvSpPr/>
          <p:nvPr/>
        </p:nvSpPr>
        <p:spPr>
          <a:xfrm>
            <a:off x="1104558" y="729190"/>
            <a:ext cx="147326" cy="204603"/>
          </a:xfrm>
          <a:custGeom>
            <a:avLst/>
            <a:gdLst/>
            <a:ahLst/>
            <a:cxnLst/>
            <a:rect l="l" t="t" r="r" b="b"/>
            <a:pathLst>
              <a:path w="147326" h="204603">
                <a:moveTo>
                  <a:pt x="20818" y="0"/>
                </a:moveTo>
                <a:lnTo>
                  <a:pt x="0" y="0"/>
                </a:lnTo>
                <a:lnTo>
                  <a:pt x="39" y="144229"/>
                </a:lnTo>
                <a:lnTo>
                  <a:pt x="15522" y="182358"/>
                </a:lnTo>
                <a:lnTo>
                  <a:pt x="51944" y="202281"/>
                </a:lnTo>
                <a:lnTo>
                  <a:pt x="66099" y="204603"/>
                </a:lnTo>
                <a:lnTo>
                  <a:pt x="85513" y="203310"/>
                </a:lnTo>
                <a:lnTo>
                  <a:pt x="102190" y="199446"/>
                </a:lnTo>
                <a:lnTo>
                  <a:pt x="116174" y="193404"/>
                </a:lnTo>
                <a:lnTo>
                  <a:pt x="127511" y="185574"/>
                </a:lnTo>
                <a:lnTo>
                  <a:pt x="128686" y="184335"/>
                </a:lnTo>
                <a:lnTo>
                  <a:pt x="77232" y="184335"/>
                </a:lnTo>
                <a:lnTo>
                  <a:pt x="58234" y="182463"/>
                </a:lnTo>
                <a:lnTo>
                  <a:pt x="24750" y="159895"/>
                </a:lnTo>
                <a:lnTo>
                  <a:pt x="20818" y="144229"/>
                </a:lnTo>
                <a:lnTo>
                  <a:pt x="20818" y="0"/>
                </a:lnTo>
                <a:close/>
              </a:path>
              <a:path w="147326" h="204603">
                <a:moveTo>
                  <a:pt x="147326" y="0"/>
                </a:moveTo>
                <a:lnTo>
                  <a:pt x="126508" y="0"/>
                </a:lnTo>
                <a:lnTo>
                  <a:pt x="126446" y="144229"/>
                </a:lnTo>
                <a:lnTo>
                  <a:pt x="123734" y="157661"/>
                </a:lnTo>
                <a:lnTo>
                  <a:pt x="116216" y="168659"/>
                </a:lnTo>
                <a:lnTo>
                  <a:pt x="105157" y="176828"/>
                </a:lnTo>
                <a:lnTo>
                  <a:pt x="91761" y="182083"/>
                </a:lnTo>
                <a:lnTo>
                  <a:pt x="77232" y="184335"/>
                </a:lnTo>
                <a:lnTo>
                  <a:pt x="128686" y="184335"/>
                </a:lnTo>
                <a:lnTo>
                  <a:pt x="136250" y="176350"/>
                </a:lnTo>
                <a:lnTo>
                  <a:pt x="142434" y="166123"/>
                </a:lnTo>
                <a:lnTo>
                  <a:pt x="146111" y="155285"/>
                </a:lnTo>
                <a:lnTo>
                  <a:pt x="147326" y="144229"/>
                </a:lnTo>
                <a:lnTo>
                  <a:pt x="1473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0628FB88-0028-6D51-B875-E64F916A40DD}"/>
              </a:ext>
            </a:extLst>
          </p:cNvPr>
          <p:cNvSpPr/>
          <p:nvPr/>
        </p:nvSpPr>
        <p:spPr>
          <a:xfrm>
            <a:off x="1280116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2" y="0"/>
                </a:moveTo>
                <a:lnTo>
                  <a:pt x="81587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80" y="197024"/>
                </a:lnTo>
                <a:lnTo>
                  <a:pt x="29679" y="186812"/>
                </a:lnTo>
                <a:lnTo>
                  <a:pt x="34442" y="175163"/>
                </a:lnTo>
                <a:lnTo>
                  <a:pt x="39888" y="162029"/>
                </a:lnTo>
                <a:lnTo>
                  <a:pt x="47857" y="143054"/>
                </a:lnTo>
                <a:lnTo>
                  <a:pt x="153854" y="143054"/>
                </a:lnTo>
                <a:lnTo>
                  <a:pt x="146450" y="124372"/>
                </a:lnTo>
                <a:lnTo>
                  <a:pt x="55567" y="124372"/>
                </a:lnTo>
                <a:lnTo>
                  <a:pt x="89730" y="28468"/>
                </a:lnTo>
                <a:lnTo>
                  <a:pt x="108444" y="28468"/>
                </a:lnTo>
                <a:lnTo>
                  <a:pt x="97162" y="0"/>
                </a:lnTo>
                <a:close/>
              </a:path>
              <a:path w="178739" h="205849">
                <a:moveTo>
                  <a:pt x="153854" y="143054"/>
                </a:moveTo>
                <a:lnTo>
                  <a:pt x="131237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4" y="143054"/>
                </a:lnTo>
                <a:close/>
              </a:path>
              <a:path w="178739" h="205849">
                <a:moveTo>
                  <a:pt x="108444" y="28468"/>
                </a:moveTo>
                <a:lnTo>
                  <a:pt x="89730" y="28468"/>
                </a:lnTo>
                <a:lnTo>
                  <a:pt x="123126" y="124372"/>
                </a:lnTo>
                <a:lnTo>
                  <a:pt x="146450" y="124372"/>
                </a:lnTo>
                <a:lnTo>
                  <a:pt x="108444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497A6357-9FF4-6AC6-215C-37CA7635B9D9}"/>
              </a:ext>
            </a:extLst>
          </p:cNvPr>
          <p:cNvSpPr/>
          <p:nvPr/>
        </p:nvSpPr>
        <p:spPr>
          <a:xfrm>
            <a:off x="1485874" y="925830"/>
            <a:ext cx="119887" cy="0"/>
          </a:xfrm>
          <a:custGeom>
            <a:avLst/>
            <a:gdLst/>
            <a:ahLst/>
            <a:cxnLst/>
            <a:rect l="l" t="t" r="r" b="b"/>
            <a:pathLst>
              <a:path w="119887">
                <a:moveTo>
                  <a:pt x="0" y="0"/>
                </a:moveTo>
                <a:lnTo>
                  <a:pt x="119887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96EEB01A-2680-6DC5-0AF3-B4310DCAC70D}"/>
              </a:ext>
            </a:extLst>
          </p:cNvPr>
          <p:cNvSpPr/>
          <p:nvPr/>
        </p:nvSpPr>
        <p:spPr>
          <a:xfrm>
            <a:off x="1496283" y="753109"/>
            <a:ext cx="0" cy="162560"/>
          </a:xfrm>
          <a:custGeom>
            <a:avLst/>
            <a:gdLst/>
            <a:ahLst/>
            <a:cxnLst/>
            <a:rect l="l" t="t" r="r" b="b"/>
            <a:pathLst>
              <a:path h="162560">
                <a:moveTo>
                  <a:pt x="0" y="0"/>
                </a:moveTo>
                <a:lnTo>
                  <a:pt x="0" y="162560"/>
                </a:lnTo>
              </a:path>
            </a:pathLst>
          </a:custGeom>
          <a:ln w="2208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07CE5D57-2DB2-CC9E-3CF8-C0D9CE660DEB}"/>
              </a:ext>
            </a:extLst>
          </p:cNvPr>
          <p:cNvSpPr/>
          <p:nvPr/>
        </p:nvSpPr>
        <p:spPr>
          <a:xfrm>
            <a:off x="1485874" y="834389"/>
            <a:ext cx="117449" cy="0"/>
          </a:xfrm>
          <a:custGeom>
            <a:avLst/>
            <a:gdLst/>
            <a:ahLst/>
            <a:cxnLst/>
            <a:rect l="l" t="t" r="r" b="b"/>
            <a:pathLst>
              <a:path w="117449">
                <a:moveTo>
                  <a:pt x="0" y="0"/>
                </a:moveTo>
                <a:lnTo>
                  <a:pt x="117449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BBC7A729-68A7-ED14-23E3-A61C2EE4526B}"/>
              </a:ext>
            </a:extLst>
          </p:cNvPr>
          <p:cNvSpPr/>
          <p:nvPr/>
        </p:nvSpPr>
        <p:spPr>
          <a:xfrm>
            <a:off x="1485874" y="742950"/>
            <a:ext cx="119585" cy="0"/>
          </a:xfrm>
          <a:custGeom>
            <a:avLst/>
            <a:gdLst/>
            <a:ahLst/>
            <a:cxnLst/>
            <a:rect l="l" t="t" r="r" b="b"/>
            <a:pathLst>
              <a:path w="119585">
                <a:moveTo>
                  <a:pt x="0" y="0"/>
                </a:moveTo>
                <a:lnTo>
                  <a:pt x="119585" y="0"/>
                </a:lnTo>
              </a:path>
            </a:pathLst>
          </a:custGeom>
          <a:ln w="2158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2C7593F5-D3FA-F656-35D4-742503A761E2}"/>
              </a:ext>
            </a:extLst>
          </p:cNvPr>
          <p:cNvSpPr/>
          <p:nvPr/>
        </p:nvSpPr>
        <p:spPr>
          <a:xfrm>
            <a:off x="1723321" y="732720"/>
            <a:ext cx="136893" cy="203104"/>
          </a:xfrm>
          <a:custGeom>
            <a:avLst/>
            <a:gdLst/>
            <a:ahLst/>
            <a:cxnLst/>
            <a:rect l="l" t="t" r="r" b="b"/>
            <a:pathLst>
              <a:path w="136893" h="203104">
                <a:moveTo>
                  <a:pt x="72899" y="0"/>
                </a:moveTo>
                <a:lnTo>
                  <a:pt x="0" y="0"/>
                </a:lnTo>
                <a:lnTo>
                  <a:pt x="0" y="203104"/>
                </a:lnTo>
                <a:lnTo>
                  <a:pt x="20815" y="203104"/>
                </a:lnTo>
                <a:lnTo>
                  <a:pt x="20815" y="132083"/>
                </a:lnTo>
                <a:lnTo>
                  <a:pt x="72899" y="132083"/>
                </a:lnTo>
                <a:lnTo>
                  <a:pt x="89783" y="130223"/>
                </a:lnTo>
                <a:lnTo>
                  <a:pt x="103984" y="125028"/>
                </a:lnTo>
                <a:lnTo>
                  <a:pt x="115562" y="117077"/>
                </a:lnTo>
                <a:lnTo>
                  <a:pt x="120194" y="111875"/>
                </a:lnTo>
                <a:lnTo>
                  <a:pt x="20815" y="111875"/>
                </a:lnTo>
                <a:lnTo>
                  <a:pt x="20815" y="20815"/>
                </a:lnTo>
                <a:lnTo>
                  <a:pt x="120522" y="20815"/>
                </a:lnTo>
                <a:lnTo>
                  <a:pt x="118933" y="18653"/>
                </a:lnTo>
                <a:lnTo>
                  <a:pt x="108562" y="9857"/>
                </a:lnTo>
                <a:lnTo>
                  <a:pt x="95727" y="3590"/>
                </a:lnTo>
                <a:lnTo>
                  <a:pt x="80371" y="344"/>
                </a:lnTo>
                <a:lnTo>
                  <a:pt x="72899" y="0"/>
                </a:lnTo>
                <a:close/>
              </a:path>
              <a:path w="136893" h="203104">
                <a:moveTo>
                  <a:pt x="120522" y="20815"/>
                </a:moveTo>
                <a:lnTo>
                  <a:pt x="72899" y="20815"/>
                </a:lnTo>
                <a:lnTo>
                  <a:pt x="89069" y="23468"/>
                </a:lnTo>
                <a:lnTo>
                  <a:pt x="101409" y="30609"/>
                </a:lnTo>
                <a:lnTo>
                  <a:pt x="110050" y="41010"/>
                </a:lnTo>
                <a:lnTo>
                  <a:pt x="115120" y="53443"/>
                </a:lnTo>
                <a:lnTo>
                  <a:pt x="113940" y="73632"/>
                </a:lnTo>
                <a:lnTo>
                  <a:pt x="92462" y="107186"/>
                </a:lnTo>
                <a:lnTo>
                  <a:pt x="72899" y="111875"/>
                </a:lnTo>
                <a:lnTo>
                  <a:pt x="120194" y="111875"/>
                </a:lnTo>
                <a:lnTo>
                  <a:pt x="124579" y="106950"/>
                </a:lnTo>
                <a:lnTo>
                  <a:pt x="131099" y="95226"/>
                </a:lnTo>
                <a:lnTo>
                  <a:pt x="135183" y="82484"/>
                </a:lnTo>
                <a:lnTo>
                  <a:pt x="136893" y="69304"/>
                </a:lnTo>
                <a:lnTo>
                  <a:pt x="135818" y="55303"/>
                </a:lnTo>
                <a:lnTo>
                  <a:pt x="132504" y="41867"/>
                </a:lnTo>
                <a:lnTo>
                  <a:pt x="126894" y="29486"/>
                </a:lnTo>
                <a:lnTo>
                  <a:pt x="120522" y="20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D4358267-F003-1DB6-34FC-E9814730EBBA}"/>
              </a:ext>
            </a:extLst>
          </p:cNvPr>
          <p:cNvSpPr/>
          <p:nvPr/>
        </p:nvSpPr>
        <p:spPr>
          <a:xfrm>
            <a:off x="1861997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0" y="0"/>
                </a:moveTo>
                <a:lnTo>
                  <a:pt x="81583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79" y="197024"/>
                </a:lnTo>
                <a:lnTo>
                  <a:pt x="29678" y="186811"/>
                </a:lnTo>
                <a:lnTo>
                  <a:pt x="34440" y="175162"/>
                </a:lnTo>
                <a:lnTo>
                  <a:pt x="39886" y="162027"/>
                </a:lnTo>
                <a:lnTo>
                  <a:pt x="46036" y="147358"/>
                </a:lnTo>
                <a:lnTo>
                  <a:pt x="47861" y="143054"/>
                </a:lnTo>
                <a:lnTo>
                  <a:pt x="153853" y="143054"/>
                </a:lnTo>
                <a:lnTo>
                  <a:pt x="146449" y="124372"/>
                </a:lnTo>
                <a:lnTo>
                  <a:pt x="55563" y="124372"/>
                </a:lnTo>
                <a:lnTo>
                  <a:pt x="89728" y="28468"/>
                </a:lnTo>
                <a:lnTo>
                  <a:pt x="108442" y="28468"/>
                </a:lnTo>
                <a:lnTo>
                  <a:pt x="97160" y="0"/>
                </a:lnTo>
                <a:close/>
              </a:path>
              <a:path w="178739" h="205849">
                <a:moveTo>
                  <a:pt x="153853" y="143054"/>
                </a:moveTo>
                <a:lnTo>
                  <a:pt x="131235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3" y="143054"/>
                </a:lnTo>
                <a:close/>
              </a:path>
              <a:path w="178739" h="205849">
                <a:moveTo>
                  <a:pt x="108442" y="28468"/>
                </a:moveTo>
                <a:lnTo>
                  <a:pt x="89728" y="28468"/>
                </a:lnTo>
                <a:lnTo>
                  <a:pt x="123122" y="124372"/>
                </a:lnTo>
                <a:lnTo>
                  <a:pt x="146449" y="124372"/>
                </a:lnTo>
                <a:lnTo>
                  <a:pt x="108442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F21AC3E9-86F8-F4CF-B632-6D68E94DC60C}"/>
              </a:ext>
            </a:extLst>
          </p:cNvPr>
          <p:cNvSpPr/>
          <p:nvPr/>
        </p:nvSpPr>
        <p:spPr>
          <a:xfrm>
            <a:off x="2062543" y="729199"/>
            <a:ext cx="145829" cy="206947"/>
          </a:xfrm>
          <a:custGeom>
            <a:avLst/>
            <a:gdLst/>
            <a:ahLst/>
            <a:cxnLst/>
            <a:rect l="l" t="t" r="r" b="b"/>
            <a:pathLst>
              <a:path w="145829" h="206947">
                <a:moveTo>
                  <a:pt x="20928" y="153304"/>
                </a:moveTo>
                <a:lnTo>
                  <a:pt x="0" y="153715"/>
                </a:lnTo>
                <a:lnTo>
                  <a:pt x="104" y="154529"/>
                </a:lnTo>
                <a:lnTo>
                  <a:pt x="2575" y="165157"/>
                </a:lnTo>
                <a:lnTo>
                  <a:pt x="39086" y="200929"/>
                </a:lnTo>
                <a:lnTo>
                  <a:pt x="71571" y="206947"/>
                </a:lnTo>
                <a:lnTo>
                  <a:pt x="86155" y="205774"/>
                </a:lnTo>
                <a:lnTo>
                  <a:pt x="100306" y="202323"/>
                </a:lnTo>
                <a:lnTo>
                  <a:pt x="113475" y="196699"/>
                </a:lnTo>
                <a:lnTo>
                  <a:pt x="125112" y="189004"/>
                </a:lnTo>
                <a:lnTo>
                  <a:pt x="127430" y="186659"/>
                </a:lnTo>
                <a:lnTo>
                  <a:pt x="75353" y="186659"/>
                </a:lnTo>
                <a:lnTo>
                  <a:pt x="60278" y="185328"/>
                </a:lnTo>
                <a:lnTo>
                  <a:pt x="46299" y="181295"/>
                </a:lnTo>
                <a:lnTo>
                  <a:pt x="34435" y="174643"/>
                </a:lnTo>
                <a:lnTo>
                  <a:pt x="25705" y="165458"/>
                </a:lnTo>
                <a:lnTo>
                  <a:pt x="21057" y="153896"/>
                </a:lnTo>
                <a:lnTo>
                  <a:pt x="20928" y="153304"/>
                </a:lnTo>
                <a:close/>
              </a:path>
              <a:path w="145829" h="206947">
                <a:moveTo>
                  <a:pt x="77130" y="0"/>
                </a:moveTo>
                <a:lnTo>
                  <a:pt x="35531" y="8175"/>
                </a:lnTo>
                <a:lnTo>
                  <a:pt x="2968" y="45727"/>
                </a:lnTo>
                <a:lnTo>
                  <a:pt x="1341" y="57157"/>
                </a:lnTo>
                <a:lnTo>
                  <a:pt x="1541" y="62941"/>
                </a:lnTo>
                <a:lnTo>
                  <a:pt x="21095" y="99108"/>
                </a:lnTo>
                <a:lnTo>
                  <a:pt x="60198" y="111923"/>
                </a:lnTo>
                <a:lnTo>
                  <a:pt x="77694" y="113902"/>
                </a:lnTo>
                <a:lnTo>
                  <a:pt x="93196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3"/>
                </a:lnTo>
                <a:lnTo>
                  <a:pt x="114720" y="170841"/>
                </a:lnTo>
                <a:lnTo>
                  <a:pt x="103616" y="179008"/>
                </a:lnTo>
                <a:lnTo>
                  <a:pt x="90103" y="184349"/>
                </a:lnTo>
                <a:lnTo>
                  <a:pt x="75353" y="186659"/>
                </a:lnTo>
                <a:lnTo>
                  <a:pt x="127430" y="186659"/>
                </a:lnTo>
                <a:lnTo>
                  <a:pt x="134666" y="179341"/>
                </a:lnTo>
                <a:lnTo>
                  <a:pt x="141587" y="167815"/>
                </a:lnTo>
                <a:lnTo>
                  <a:pt x="145325" y="154529"/>
                </a:lnTo>
                <a:lnTo>
                  <a:pt x="145829" y="143417"/>
                </a:lnTo>
                <a:lnTo>
                  <a:pt x="145309" y="138675"/>
                </a:lnTo>
                <a:lnTo>
                  <a:pt x="120495" y="104839"/>
                </a:lnTo>
                <a:lnTo>
                  <a:pt x="80155" y="93498"/>
                </a:lnTo>
                <a:lnTo>
                  <a:pt x="61079" y="91283"/>
                </a:lnTo>
                <a:lnTo>
                  <a:pt x="46883" y="88331"/>
                </a:lnTo>
                <a:lnTo>
                  <a:pt x="34393" y="82757"/>
                </a:lnTo>
                <a:lnTo>
                  <a:pt x="25472" y="73345"/>
                </a:lnTo>
                <a:lnTo>
                  <a:pt x="23284" y="55802"/>
                </a:lnTo>
                <a:lnTo>
                  <a:pt x="24655" y="44730"/>
                </a:lnTo>
                <a:lnTo>
                  <a:pt x="56479" y="21658"/>
                </a:lnTo>
                <a:lnTo>
                  <a:pt x="72075" y="19775"/>
                </a:lnTo>
                <a:lnTo>
                  <a:pt x="124910" y="19775"/>
                </a:lnTo>
                <a:lnTo>
                  <a:pt x="114721" y="11456"/>
                </a:lnTo>
                <a:lnTo>
                  <a:pt x="102678" y="5384"/>
                </a:lnTo>
                <a:lnTo>
                  <a:pt x="89902" y="1641"/>
                </a:lnTo>
                <a:lnTo>
                  <a:pt x="77130" y="0"/>
                </a:lnTo>
                <a:close/>
              </a:path>
              <a:path w="145829" h="206947">
                <a:moveTo>
                  <a:pt x="124910" y="19775"/>
                </a:moveTo>
                <a:lnTo>
                  <a:pt x="72075" y="19775"/>
                </a:lnTo>
                <a:lnTo>
                  <a:pt x="84816" y="21039"/>
                </a:lnTo>
                <a:lnTo>
                  <a:pt x="97673" y="25134"/>
                </a:lnTo>
                <a:lnTo>
                  <a:pt x="109022" y="32515"/>
                </a:lnTo>
                <a:lnTo>
                  <a:pt x="117241" y="43636"/>
                </a:lnTo>
                <a:lnTo>
                  <a:pt x="139051" y="45927"/>
                </a:lnTo>
                <a:lnTo>
                  <a:pt x="133647" y="31500"/>
                </a:lnTo>
                <a:lnTo>
                  <a:pt x="125290" y="20086"/>
                </a:lnTo>
                <a:lnTo>
                  <a:pt x="124910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44ED3D2B-8F7D-6337-2D5E-2E0F1D3436FA}"/>
              </a:ext>
            </a:extLst>
          </p:cNvPr>
          <p:cNvSpPr/>
          <p:nvPr/>
        </p:nvSpPr>
        <p:spPr>
          <a:xfrm>
            <a:off x="2243602" y="729199"/>
            <a:ext cx="145826" cy="206945"/>
          </a:xfrm>
          <a:custGeom>
            <a:avLst/>
            <a:gdLst/>
            <a:ahLst/>
            <a:cxnLst/>
            <a:rect l="l" t="t" r="r" b="b"/>
            <a:pathLst>
              <a:path w="145826" h="206945">
                <a:moveTo>
                  <a:pt x="20925" y="153304"/>
                </a:moveTo>
                <a:lnTo>
                  <a:pt x="0" y="153717"/>
                </a:lnTo>
                <a:lnTo>
                  <a:pt x="100" y="154526"/>
                </a:lnTo>
                <a:lnTo>
                  <a:pt x="2572" y="165157"/>
                </a:lnTo>
                <a:lnTo>
                  <a:pt x="39084" y="200926"/>
                </a:lnTo>
                <a:lnTo>
                  <a:pt x="71570" y="206945"/>
                </a:lnTo>
                <a:lnTo>
                  <a:pt x="86153" y="205772"/>
                </a:lnTo>
                <a:lnTo>
                  <a:pt x="100305" y="202321"/>
                </a:lnTo>
                <a:lnTo>
                  <a:pt x="113474" y="196696"/>
                </a:lnTo>
                <a:lnTo>
                  <a:pt x="125110" y="189001"/>
                </a:lnTo>
                <a:lnTo>
                  <a:pt x="127426" y="186659"/>
                </a:lnTo>
                <a:lnTo>
                  <a:pt x="75353" y="186659"/>
                </a:lnTo>
                <a:lnTo>
                  <a:pt x="60277" y="185328"/>
                </a:lnTo>
                <a:lnTo>
                  <a:pt x="46298" y="181295"/>
                </a:lnTo>
                <a:lnTo>
                  <a:pt x="34434" y="174644"/>
                </a:lnTo>
                <a:lnTo>
                  <a:pt x="25703" y="165460"/>
                </a:lnTo>
                <a:lnTo>
                  <a:pt x="21054" y="153896"/>
                </a:lnTo>
                <a:lnTo>
                  <a:pt x="20925" y="153304"/>
                </a:lnTo>
                <a:close/>
              </a:path>
              <a:path w="145826" h="206945">
                <a:moveTo>
                  <a:pt x="77130" y="0"/>
                </a:moveTo>
                <a:lnTo>
                  <a:pt x="35529" y="8174"/>
                </a:lnTo>
                <a:lnTo>
                  <a:pt x="2967" y="45727"/>
                </a:lnTo>
                <a:lnTo>
                  <a:pt x="1339" y="57157"/>
                </a:lnTo>
                <a:lnTo>
                  <a:pt x="1539" y="62941"/>
                </a:lnTo>
                <a:lnTo>
                  <a:pt x="21092" y="99108"/>
                </a:lnTo>
                <a:lnTo>
                  <a:pt x="60194" y="111923"/>
                </a:lnTo>
                <a:lnTo>
                  <a:pt x="77691" y="113902"/>
                </a:lnTo>
                <a:lnTo>
                  <a:pt x="93193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1"/>
                </a:lnTo>
                <a:lnTo>
                  <a:pt x="114721" y="170839"/>
                </a:lnTo>
                <a:lnTo>
                  <a:pt x="103617" y="179006"/>
                </a:lnTo>
                <a:lnTo>
                  <a:pt x="90103" y="184348"/>
                </a:lnTo>
                <a:lnTo>
                  <a:pt x="75353" y="186659"/>
                </a:lnTo>
                <a:lnTo>
                  <a:pt x="127426" y="186659"/>
                </a:lnTo>
                <a:lnTo>
                  <a:pt x="134664" y="179339"/>
                </a:lnTo>
                <a:lnTo>
                  <a:pt x="141585" y="167813"/>
                </a:lnTo>
                <a:lnTo>
                  <a:pt x="145323" y="154526"/>
                </a:lnTo>
                <a:lnTo>
                  <a:pt x="145826" y="143445"/>
                </a:lnTo>
                <a:lnTo>
                  <a:pt x="145315" y="138738"/>
                </a:lnTo>
                <a:lnTo>
                  <a:pt x="120499" y="104873"/>
                </a:lnTo>
                <a:lnTo>
                  <a:pt x="80229" y="93507"/>
                </a:lnTo>
                <a:lnTo>
                  <a:pt x="64813" y="91786"/>
                </a:lnTo>
                <a:lnTo>
                  <a:pt x="50058" y="89050"/>
                </a:lnTo>
                <a:lnTo>
                  <a:pt x="37236" y="84298"/>
                </a:lnTo>
                <a:lnTo>
                  <a:pt x="27623" y="76527"/>
                </a:lnTo>
                <a:lnTo>
                  <a:pt x="22492" y="64734"/>
                </a:lnTo>
                <a:lnTo>
                  <a:pt x="22891" y="50217"/>
                </a:lnTo>
                <a:lnTo>
                  <a:pt x="59832" y="20873"/>
                </a:lnTo>
                <a:lnTo>
                  <a:pt x="72071" y="19775"/>
                </a:lnTo>
                <a:lnTo>
                  <a:pt x="124908" y="19775"/>
                </a:lnTo>
                <a:lnTo>
                  <a:pt x="114720" y="11457"/>
                </a:lnTo>
                <a:lnTo>
                  <a:pt x="102677" y="5385"/>
                </a:lnTo>
                <a:lnTo>
                  <a:pt x="89900" y="1641"/>
                </a:lnTo>
                <a:lnTo>
                  <a:pt x="77130" y="0"/>
                </a:lnTo>
                <a:close/>
              </a:path>
              <a:path w="145826" h="206945">
                <a:moveTo>
                  <a:pt x="124908" y="19775"/>
                </a:moveTo>
                <a:lnTo>
                  <a:pt x="72071" y="19775"/>
                </a:lnTo>
                <a:lnTo>
                  <a:pt x="84814" y="21039"/>
                </a:lnTo>
                <a:lnTo>
                  <a:pt x="97671" y="25134"/>
                </a:lnTo>
                <a:lnTo>
                  <a:pt x="109020" y="32514"/>
                </a:lnTo>
                <a:lnTo>
                  <a:pt x="117240" y="43633"/>
                </a:lnTo>
                <a:lnTo>
                  <a:pt x="139051" y="45927"/>
                </a:lnTo>
                <a:lnTo>
                  <a:pt x="133646" y="31500"/>
                </a:lnTo>
                <a:lnTo>
                  <a:pt x="125290" y="20086"/>
                </a:lnTo>
                <a:lnTo>
                  <a:pt x="124908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2C851B8C-7D53-95FA-54DB-0CFC24F45420}"/>
              </a:ext>
            </a:extLst>
          </p:cNvPr>
          <p:cNvSpPr/>
          <p:nvPr/>
        </p:nvSpPr>
        <p:spPr>
          <a:xfrm>
            <a:off x="407146" y="357837"/>
            <a:ext cx="562007" cy="587436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53231DED-A24A-4C57-8453-E1BC55ABDD5A}"/>
              </a:ext>
            </a:extLst>
          </p:cNvPr>
          <p:cNvSpPr/>
          <p:nvPr/>
        </p:nvSpPr>
        <p:spPr>
          <a:xfrm>
            <a:off x="9148342" y="2883663"/>
            <a:ext cx="3043657" cy="723860"/>
          </a:xfrm>
          <a:custGeom>
            <a:avLst/>
            <a:gdLst/>
            <a:ahLst/>
            <a:cxnLst/>
            <a:rect l="l" t="t" r="r" b="b"/>
            <a:pathLst>
              <a:path w="3043657" h="723860">
                <a:moveTo>
                  <a:pt x="1672306" y="0"/>
                </a:moveTo>
                <a:lnTo>
                  <a:pt x="1591026" y="366"/>
                </a:lnTo>
                <a:lnTo>
                  <a:pt x="1510289" y="2832"/>
                </a:lnTo>
                <a:lnTo>
                  <a:pt x="1430091" y="7384"/>
                </a:lnTo>
                <a:lnTo>
                  <a:pt x="1350431" y="14015"/>
                </a:lnTo>
                <a:lnTo>
                  <a:pt x="1271304" y="22713"/>
                </a:lnTo>
                <a:lnTo>
                  <a:pt x="1192710" y="33468"/>
                </a:lnTo>
                <a:lnTo>
                  <a:pt x="1114644" y="46269"/>
                </a:lnTo>
                <a:lnTo>
                  <a:pt x="1037106" y="61107"/>
                </a:lnTo>
                <a:lnTo>
                  <a:pt x="960091" y="77970"/>
                </a:lnTo>
                <a:lnTo>
                  <a:pt x="883597" y="96850"/>
                </a:lnTo>
                <a:lnTo>
                  <a:pt x="807622" y="117735"/>
                </a:lnTo>
                <a:lnTo>
                  <a:pt x="732163" y="140615"/>
                </a:lnTo>
                <a:lnTo>
                  <a:pt x="657218" y="165479"/>
                </a:lnTo>
                <a:lnTo>
                  <a:pt x="582783" y="192319"/>
                </a:lnTo>
                <a:lnTo>
                  <a:pt x="508857" y="221122"/>
                </a:lnTo>
                <a:lnTo>
                  <a:pt x="435436" y="251879"/>
                </a:lnTo>
                <a:lnTo>
                  <a:pt x="362518" y="284580"/>
                </a:lnTo>
                <a:lnTo>
                  <a:pt x="290100" y="319214"/>
                </a:lnTo>
                <a:lnTo>
                  <a:pt x="218180" y="355771"/>
                </a:lnTo>
                <a:lnTo>
                  <a:pt x="146756" y="394241"/>
                </a:lnTo>
                <a:lnTo>
                  <a:pt x="102559" y="420180"/>
                </a:lnTo>
                <a:lnTo>
                  <a:pt x="62462" y="448697"/>
                </a:lnTo>
                <a:lnTo>
                  <a:pt x="29787" y="480824"/>
                </a:lnTo>
                <a:lnTo>
                  <a:pt x="7858" y="517597"/>
                </a:lnTo>
                <a:lnTo>
                  <a:pt x="0" y="560050"/>
                </a:lnTo>
                <a:lnTo>
                  <a:pt x="1081" y="575642"/>
                </a:lnTo>
                <a:lnTo>
                  <a:pt x="17151" y="627276"/>
                </a:lnTo>
                <a:lnTo>
                  <a:pt x="37426" y="662321"/>
                </a:lnTo>
                <a:lnTo>
                  <a:pt x="70804" y="698347"/>
                </a:lnTo>
                <a:lnTo>
                  <a:pt x="107652" y="718009"/>
                </a:lnTo>
                <a:lnTo>
                  <a:pt x="147252" y="723860"/>
                </a:lnTo>
                <a:lnTo>
                  <a:pt x="160940" y="723183"/>
                </a:lnTo>
                <a:lnTo>
                  <a:pt x="203097" y="714588"/>
                </a:lnTo>
                <a:lnTo>
                  <a:pt x="246337" y="698136"/>
                </a:lnTo>
                <a:lnTo>
                  <a:pt x="289943" y="676379"/>
                </a:lnTo>
                <a:lnTo>
                  <a:pt x="431260" y="604040"/>
                </a:lnTo>
                <a:lnTo>
                  <a:pt x="572585" y="539865"/>
                </a:lnTo>
                <a:lnTo>
                  <a:pt x="713918" y="483761"/>
                </a:lnTo>
                <a:lnTo>
                  <a:pt x="855257" y="435639"/>
                </a:lnTo>
                <a:lnTo>
                  <a:pt x="996601" y="395405"/>
                </a:lnTo>
                <a:lnTo>
                  <a:pt x="1137950" y="362970"/>
                </a:lnTo>
                <a:lnTo>
                  <a:pt x="1279303" y="338242"/>
                </a:lnTo>
                <a:lnTo>
                  <a:pt x="1420658" y="321129"/>
                </a:lnTo>
                <a:lnTo>
                  <a:pt x="1562015" y="311541"/>
                </a:lnTo>
                <a:lnTo>
                  <a:pt x="1703373" y="309386"/>
                </a:lnTo>
                <a:lnTo>
                  <a:pt x="3043657" y="309386"/>
                </a:lnTo>
                <a:lnTo>
                  <a:pt x="3043657" y="289957"/>
                </a:lnTo>
                <a:lnTo>
                  <a:pt x="2962100" y="255242"/>
                </a:lnTo>
                <a:lnTo>
                  <a:pt x="2885105" y="224661"/>
                </a:lnTo>
                <a:lnTo>
                  <a:pt x="2807647" y="195964"/>
                </a:lnTo>
                <a:lnTo>
                  <a:pt x="2729721" y="169164"/>
                </a:lnTo>
                <a:lnTo>
                  <a:pt x="2651325" y="144277"/>
                </a:lnTo>
                <a:lnTo>
                  <a:pt x="2572454" y="121317"/>
                </a:lnTo>
                <a:lnTo>
                  <a:pt x="2493103" y="100298"/>
                </a:lnTo>
                <a:lnTo>
                  <a:pt x="2413268" y="81234"/>
                </a:lnTo>
                <a:lnTo>
                  <a:pt x="2332946" y="64140"/>
                </a:lnTo>
                <a:lnTo>
                  <a:pt x="2252131" y="49029"/>
                </a:lnTo>
                <a:lnTo>
                  <a:pt x="2170821" y="35917"/>
                </a:lnTo>
                <a:lnTo>
                  <a:pt x="2089010" y="24817"/>
                </a:lnTo>
                <a:lnTo>
                  <a:pt x="2006695" y="15743"/>
                </a:lnTo>
                <a:lnTo>
                  <a:pt x="1923871" y="8710"/>
                </a:lnTo>
                <a:lnTo>
                  <a:pt x="1840534" y="3732"/>
                </a:lnTo>
                <a:lnTo>
                  <a:pt x="1756681" y="824"/>
                </a:lnTo>
                <a:lnTo>
                  <a:pt x="1672306" y="0"/>
                </a:lnTo>
                <a:close/>
              </a:path>
              <a:path w="3043657" h="723860">
                <a:moveTo>
                  <a:pt x="3043657" y="309386"/>
                </a:moveTo>
                <a:lnTo>
                  <a:pt x="1703373" y="309386"/>
                </a:lnTo>
                <a:lnTo>
                  <a:pt x="1844731" y="314573"/>
                </a:lnTo>
                <a:lnTo>
                  <a:pt x="1986088" y="327010"/>
                </a:lnTo>
                <a:lnTo>
                  <a:pt x="2127444" y="346607"/>
                </a:lnTo>
                <a:lnTo>
                  <a:pt x="2268796" y="373272"/>
                </a:lnTo>
                <a:lnTo>
                  <a:pt x="2410145" y="406914"/>
                </a:lnTo>
                <a:lnTo>
                  <a:pt x="2551490" y="447441"/>
                </a:lnTo>
                <a:lnTo>
                  <a:pt x="2692829" y="494762"/>
                </a:lnTo>
                <a:lnTo>
                  <a:pt x="2834161" y="548787"/>
                </a:lnTo>
                <a:lnTo>
                  <a:pt x="2975487" y="609424"/>
                </a:lnTo>
                <a:lnTo>
                  <a:pt x="3043657" y="641820"/>
                </a:lnTo>
                <a:lnTo>
                  <a:pt x="3043657" y="3093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5E3F9210-BB10-5DC6-BD21-1B23411D001F}"/>
              </a:ext>
            </a:extLst>
          </p:cNvPr>
          <p:cNvSpPr/>
          <p:nvPr/>
        </p:nvSpPr>
        <p:spPr>
          <a:xfrm>
            <a:off x="10885330" y="4977029"/>
            <a:ext cx="318059" cy="317160"/>
          </a:xfrm>
          <a:custGeom>
            <a:avLst/>
            <a:gdLst/>
            <a:ahLst/>
            <a:cxnLst/>
            <a:rect l="l" t="t" r="r" b="b"/>
            <a:pathLst>
              <a:path w="318059" h="317160">
                <a:moveTo>
                  <a:pt x="169508" y="0"/>
                </a:moveTo>
                <a:lnTo>
                  <a:pt x="123623" y="5350"/>
                </a:lnTo>
                <a:lnTo>
                  <a:pt x="83232" y="20772"/>
                </a:lnTo>
                <a:lnTo>
                  <a:pt x="49405" y="44909"/>
                </a:lnTo>
                <a:lnTo>
                  <a:pt x="23610" y="76004"/>
                </a:lnTo>
                <a:lnTo>
                  <a:pt x="6718" y="112906"/>
                </a:lnTo>
                <a:lnTo>
                  <a:pt x="0" y="154058"/>
                </a:lnTo>
                <a:lnTo>
                  <a:pt x="642" y="169271"/>
                </a:lnTo>
                <a:lnTo>
                  <a:pt x="9954" y="212047"/>
                </a:lnTo>
                <a:lnTo>
                  <a:pt x="29152" y="249437"/>
                </a:lnTo>
                <a:lnTo>
                  <a:pt x="56701" y="280038"/>
                </a:lnTo>
                <a:lnTo>
                  <a:pt x="91066" y="302447"/>
                </a:lnTo>
                <a:lnTo>
                  <a:pt x="130712" y="315262"/>
                </a:lnTo>
                <a:lnTo>
                  <a:pt x="144835" y="317160"/>
                </a:lnTo>
                <a:lnTo>
                  <a:pt x="161035" y="316642"/>
                </a:lnTo>
                <a:lnTo>
                  <a:pt x="206060" y="308082"/>
                </a:lnTo>
                <a:lnTo>
                  <a:pt x="244919" y="290111"/>
                </a:lnTo>
                <a:lnTo>
                  <a:pt x="276574" y="264139"/>
                </a:lnTo>
                <a:lnTo>
                  <a:pt x="299986" y="231577"/>
                </a:lnTo>
                <a:lnTo>
                  <a:pt x="314119" y="193836"/>
                </a:lnTo>
                <a:lnTo>
                  <a:pt x="318059" y="158736"/>
                </a:lnTo>
                <a:lnTo>
                  <a:pt x="317387" y="144044"/>
                </a:lnTo>
                <a:lnTo>
                  <a:pt x="307775" y="102441"/>
                </a:lnTo>
                <a:lnTo>
                  <a:pt x="288020" y="65795"/>
                </a:lnTo>
                <a:lnTo>
                  <a:pt x="259726" y="35707"/>
                </a:lnTo>
                <a:lnTo>
                  <a:pt x="224497" y="13778"/>
                </a:lnTo>
                <a:lnTo>
                  <a:pt x="183936" y="1610"/>
                </a:lnTo>
                <a:lnTo>
                  <a:pt x="169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83726517-769F-EC11-29A5-31C1BAFB712A}"/>
              </a:ext>
            </a:extLst>
          </p:cNvPr>
          <p:cNvSpPr/>
          <p:nvPr/>
        </p:nvSpPr>
        <p:spPr>
          <a:xfrm>
            <a:off x="8653346" y="3698473"/>
            <a:ext cx="317130" cy="318062"/>
          </a:xfrm>
          <a:custGeom>
            <a:avLst/>
            <a:gdLst/>
            <a:ahLst/>
            <a:cxnLst/>
            <a:rect l="l" t="t" r="r" b="b"/>
            <a:pathLst>
              <a:path w="317130" h="318062">
                <a:moveTo>
                  <a:pt x="163057" y="0"/>
                </a:moveTo>
                <a:lnTo>
                  <a:pt x="118803" y="5679"/>
                </a:lnTo>
                <a:lnTo>
                  <a:pt x="79470" y="21761"/>
                </a:lnTo>
                <a:lnTo>
                  <a:pt x="46460" y="46707"/>
                </a:lnTo>
                <a:lnTo>
                  <a:pt x="21174" y="78981"/>
                </a:lnTo>
                <a:lnTo>
                  <a:pt x="5012" y="117046"/>
                </a:lnTo>
                <a:lnTo>
                  <a:pt x="0" y="144880"/>
                </a:lnTo>
                <a:lnTo>
                  <a:pt x="517" y="161080"/>
                </a:lnTo>
                <a:lnTo>
                  <a:pt x="9076" y="206104"/>
                </a:lnTo>
                <a:lnTo>
                  <a:pt x="27047" y="244958"/>
                </a:lnTo>
                <a:lnTo>
                  <a:pt x="53021" y="276605"/>
                </a:lnTo>
                <a:lnTo>
                  <a:pt x="85589" y="300007"/>
                </a:lnTo>
                <a:lnTo>
                  <a:pt x="123343" y="314129"/>
                </a:lnTo>
                <a:lnTo>
                  <a:pt x="158424" y="318062"/>
                </a:lnTo>
                <a:lnTo>
                  <a:pt x="173114" y="317389"/>
                </a:lnTo>
                <a:lnTo>
                  <a:pt x="214712" y="307778"/>
                </a:lnTo>
                <a:lnTo>
                  <a:pt x="251355" y="288022"/>
                </a:lnTo>
                <a:lnTo>
                  <a:pt x="281440" y="259726"/>
                </a:lnTo>
                <a:lnTo>
                  <a:pt x="303364" y="224492"/>
                </a:lnTo>
                <a:lnTo>
                  <a:pt x="315524" y="183923"/>
                </a:lnTo>
                <a:lnTo>
                  <a:pt x="317130" y="169491"/>
                </a:lnTo>
                <a:lnTo>
                  <a:pt x="316554" y="153663"/>
                </a:lnTo>
                <a:lnTo>
                  <a:pt x="307681" y="109488"/>
                </a:lnTo>
                <a:lnTo>
                  <a:pt x="289222" y="71190"/>
                </a:lnTo>
                <a:lnTo>
                  <a:pt x="262632" y="39941"/>
                </a:lnTo>
                <a:lnTo>
                  <a:pt x="229369" y="16915"/>
                </a:lnTo>
                <a:lnTo>
                  <a:pt x="190889" y="3286"/>
                </a:lnTo>
                <a:lnTo>
                  <a:pt x="1630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F7D1B156-428A-E7FA-CCDE-B76EAFE22D60}"/>
              </a:ext>
            </a:extLst>
          </p:cNvPr>
          <p:cNvSpPr/>
          <p:nvPr/>
        </p:nvSpPr>
        <p:spPr>
          <a:xfrm>
            <a:off x="7925417" y="5414608"/>
            <a:ext cx="456676" cy="1012010"/>
          </a:xfrm>
          <a:custGeom>
            <a:avLst/>
            <a:gdLst/>
            <a:ahLst/>
            <a:cxnLst/>
            <a:rect l="l" t="t" r="r" b="b"/>
            <a:pathLst>
              <a:path w="456676" h="1012010">
                <a:moveTo>
                  <a:pt x="297596" y="0"/>
                </a:moveTo>
                <a:lnTo>
                  <a:pt x="256815" y="5378"/>
                </a:lnTo>
                <a:lnTo>
                  <a:pt x="220037" y="20574"/>
                </a:lnTo>
                <a:lnTo>
                  <a:pt x="188647" y="44072"/>
                </a:lnTo>
                <a:lnTo>
                  <a:pt x="163801" y="74499"/>
                </a:lnTo>
                <a:lnTo>
                  <a:pt x="159047" y="81220"/>
                </a:lnTo>
                <a:lnTo>
                  <a:pt x="158408" y="82800"/>
                </a:lnTo>
                <a:lnTo>
                  <a:pt x="157836" y="84345"/>
                </a:lnTo>
                <a:lnTo>
                  <a:pt x="157199" y="85925"/>
                </a:lnTo>
                <a:lnTo>
                  <a:pt x="127347" y="164754"/>
                </a:lnTo>
                <a:lnTo>
                  <a:pt x="109367" y="220064"/>
                </a:lnTo>
                <a:lnTo>
                  <a:pt x="93157" y="274856"/>
                </a:lnTo>
                <a:lnTo>
                  <a:pt x="78625" y="328849"/>
                </a:lnTo>
                <a:lnTo>
                  <a:pt x="65682" y="381759"/>
                </a:lnTo>
                <a:lnTo>
                  <a:pt x="54235" y="433303"/>
                </a:lnTo>
                <a:lnTo>
                  <a:pt x="44193" y="483200"/>
                </a:lnTo>
                <a:lnTo>
                  <a:pt x="35465" y="531166"/>
                </a:lnTo>
                <a:lnTo>
                  <a:pt x="27960" y="576919"/>
                </a:lnTo>
                <a:lnTo>
                  <a:pt x="21586" y="620176"/>
                </a:lnTo>
                <a:lnTo>
                  <a:pt x="16253" y="660655"/>
                </a:lnTo>
                <a:lnTo>
                  <a:pt x="8341" y="732147"/>
                </a:lnTo>
                <a:lnTo>
                  <a:pt x="3495" y="789134"/>
                </a:lnTo>
                <a:lnTo>
                  <a:pt x="984" y="829355"/>
                </a:lnTo>
                <a:lnTo>
                  <a:pt x="0" y="853304"/>
                </a:lnTo>
                <a:lnTo>
                  <a:pt x="672" y="867994"/>
                </a:lnTo>
                <a:lnTo>
                  <a:pt x="10283" y="909592"/>
                </a:lnTo>
                <a:lnTo>
                  <a:pt x="30039" y="946235"/>
                </a:lnTo>
                <a:lnTo>
                  <a:pt x="58335" y="976320"/>
                </a:lnTo>
                <a:lnTo>
                  <a:pt x="93604" y="998258"/>
                </a:lnTo>
                <a:lnTo>
                  <a:pt x="134139" y="1010403"/>
                </a:lnTo>
                <a:lnTo>
                  <a:pt x="148570" y="1012010"/>
                </a:lnTo>
                <a:lnTo>
                  <a:pt x="164157" y="1011477"/>
                </a:lnTo>
                <a:lnTo>
                  <a:pt x="207455" y="1003126"/>
                </a:lnTo>
                <a:lnTo>
                  <a:pt x="244865" y="985691"/>
                </a:lnTo>
                <a:lnTo>
                  <a:pt x="275502" y="960514"/>
                </a:lnTo>
                <a:lnTo>
                  <a:pt x="298476" y="928939"/>
                </a:lnTo>
                <a:lnTo>
                  <a:pt x="312900" y="892309"/>
                </a:lnTo>
                <a:lnTo>
                  <a:pt x="313792" y="889529"/>
                </a:lnTo>
                <a:lnTo>
                  <a:pt x="313827" y="888655"/>
                </a:lnTo>
                <a:lnTo>
                  <a:pt x="316238" y="876308"/>
                </a:lnTo>
                <a:lnTo>
                  <a:pt x="317730" y="863685"/>
                </a:lnTo>
                <a:lnTo>
                  <a:pt x="317507" y="847023"/>
                </a:lnTo>
                <a:lnTo>
                  <a:pt x="316540" y="837846"/>
                </a:lnTo>
                <a:lnTo>
                  <a:pt x="320321" y="784903"/>
                </a:lnTo>
                <a:lnTo>
                  <a:pt x="325233" y="733580"/>
                </a:lnTo>
                <a:lnTo>
                  <a:pt x="331133" y="683994"/>
                </a:lnTo>
                <a:lnTo>
                  <a:pt x="337879" y="636264"/>
                </a:lnTo>
                <a:lnTo>
                  <a:pt x="345327" y="590509"/>
                </a:lnTo>
                <a:lnTo>
                  <a:pt x="353333" y="546847"/>
                </a:lnTo>
                <a:lnTo>
                  <a:pt x="361754" y="505397"/>
                </a:lnTo>
                <a:lnTo>
                  <a:pt x="370446" y="466277"/>
                </a:lnTo>
                <a:lnTo>
                  <a:pt x="388073" y="395501"/>
                </a:lnTo>
                <a:lnTo>
                  <a:pt x="405067" y="335467"/>
                </a:lnTo>
                <a:lnTo>
                  <a:pt x="420281" y="287124"/>
                </a:lnTo>
                <a:lnTo>
                  <a:pt x="437255" y="238603"/>
                </a:lnTo>
                <a:lnTo>
                  <a:pt x="443773" y="221718"/>
                </a:lnTo>
                <a:lnTo>
                  <a:pt x="456092" y="172664"/>
                </a:lnTo>
                <a:lnTo>
                  <a:pt x="456676" y="159560"/>
                </a:lnTo>
                <a:lnTo>
                  <a:pt x="456006" y="144818"/>
                </a:lnTo>
                <a:lnTo>
                  <a:pt x="446426" y="103101"/>
                </a:lnTo>
                <a:lnTo>
                  <a:pt x="426732" y="66379"/>
                </a:lnTo>
                <a:lnTo>
                  <a:pt x="398518" y="36235"/>
                </a:lnTo>
                <a:lnTo>
                  <a:pt x="363377" y="14251"/>
                </a:lnTo>
                <a:lnTo>
                  <a:pt x="322904" y="2011"/>
                </a:lnTo>
                <a:lnTo>
                  <a:pt x="308504" y="369"/>
                </a:lnTo>
                <a:lnTo>
                  <a:pt x="2975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72CB8DD3-C038-8266-837D-D854B230FF03}"/>
              </a:ext>
            </a:extLst>
          </p:cNvPr>
          <p:cNvSpPr/>
          <p:nvPr/>
        </p:nvSpPr>
        <p:spPr>
          <a:xfrm>
            <a:off x="8634548" y="4264774"/>
            <a:ext cx="3557451" cy="2593225"/>
          </a:xfrm>
          <a:custGeom>
            <a:avLst/>
            <a:gdLst/>
            <a:ahLst/>
            <a:cxnLst/>
            <a:rect l="l" t="t" r="r" b="b"/>
            <a:pathLst>
              <a:path w="3557451" h="2593225">
                <a:moveTo>
                  <a:pt x="2264456" y="0"/>
                </a:moveTo>
                <a:lnTo>
                  <a:pt x="2053808" y="9709"/>
                </a:lnTo>
                <a:lnTo>
                  <a:pt x="1842173" y="39556"/>
                </a:lnTo>
                <a:lnTo>
                  <a:pt x="1630895" y="90223"/>
                </a:lnTo>
                <a:lnTo>
                  <a:pt x="1421322" y="162390"/>
                </a:lnTo>
                <a:lnTo>
                  <a:pt x="1232507" y="246005"/>
                </a:lnTo>
                <a:lnTo>
                  <a:pt x="1058031" y="339956"/>
                </a:lnTo>
                <a:lnTo>
                  <a:pt x="897685" y="443675"/>
                </a:lnTo>
                <a:lnTo>
                  <a:pt x="751262" y="556597"/>
                </a:lnTo>
                <a:lnTo>
                  <a:pt x="618553" y="678157"/>
                </a:lnTo>
                <a:lnTo>
                  <a:pt x="499351" y="807788"/>
                </a:lnTo>
                <a:lnTo>
                  <a:pt x="393447" y="944924"/>
                </a:lnTo>
                <a:lnTo>
                  <a:pt x="300634" y="1089001"/>
                </a:lnTo>
                <a:lnTo>
                  <a:pt x="220703" y="1239452"/>
                </a:lnTo>
                <a:lnTo>
                  <a:pt x="153447" y="1395712"/>
                </a:lnTo>
                <a:lnTo>
                  <a:pt x="98656" y="1557214"/>
                </a:lnTo>
                <a:lnTo>
                  <a:pt x="56125" y="1723393"/>
                </a:lnTo>
                <a:lnTo>
                  <a:pt x="25643" y="1893683"/>
                </a:lnTo>
                <a:lnTo>
                  <a:pt x="7004" y="2067519"/>
                </a:lnTo>
                <a:lnTo>
                  <a:pt x="0" y="2244334"/>
                </a:lnTo>
                <a:lnTo>
                  <a:pt x="4421" y="2423564"/>
                </a:lnTo>
                <a:lnTo>
                  <a:pt x="19075" y="2593225"/>
                </a:lnTo>
                <a:lnTo>
                  <a:pt x="335287" y="2593225"/>
                </a:lnTo>
                <a:lnTo>
                  <a:pt x="327888" y="2545508"/>
                </a:lnTo>
                <a:lnTo>
                  <a:pt x="314035" y="2356112"/>
                </a:lnTo>
                <a:lnTo>
                  <a:pt x="315703" y="2170872"/>
                </a:lnTo>
                <a:lnTo>
                  <a:pt x="332362" y="1990483"/>
                </a:lnTo>
                <a:lnTo>
                  <a:pt x="363480" y="1815640"/>
                </a:lnTo>
                <a:lnTo>
                  <a:pt x="408527" y="1647038"/>
                </a:lnTo>
                <a:lnTo>
                  <a:pt x="466973" y="1485374"/>
                </a:lnTo>
                <a:lnTo>
                  <a:pt x="538287" y="1331341"/>
                </a:lnTo>
                <a:lnTo>
                  <a:pt x="621938" y="1185636"/>
                </a:lnTo>
                <a:lnTo>
                  <a:pt x="717396" y="1048953"/>
                </a:lnTo>
                <a:lnTo>
                  <a:pt x="824130" y="921988"/>
                </a:lnTo>
                <a:lnTo>
                  <a:pt x="941610" y="805436"/>
                </a:lnTo>
                <a:lnTo>
                  <a:pt x="1069306" y="699992"/>
                </a:lnTo>
                <a:lnTo>
                  <a:pt x="1206686" y="606351"/>
                </a:lnTo>
                <a:lnTo>
                  <a:pt x="1353219" y="525210"/>
                </a:lnTo>
                <a:lnTo>
                  <a:pt x="1508377" y="457262"/>
                </a:lnTo>
                <a:lnTo>
                  <a:pt x="1671627" y="403203"/>
                </a:lnTo>
                <a:lnTo>
                  <a:pt x="1842439" y="363730"/>
                </a:lnTo>
                <a:lnTo>
                  <a:pt x="2020284" y="339535"/>
                </a:lnTo>
                <a:lnTo>
                  <a:pt x="2204629" y="331316"/>
                </a:lnTo>
                <a:lnTo>
                  <a:pt x="3439351" y="331316"/>
                </a:lnTo>
                <a:lnTo>
                  <a:pt x="3432183" y="326473"/>
                </a:lnTo>
                <a:lnTo>
                  <a:pt x="3255741" y="229667"/>
                </a:lnTo>
                <a:lnTo>
                  <a:pt x="3070232" y="148910"/>
                </a:lnTo>
                <a:lnTo>
                  <a:pt x="2877003" y="84883"/>
                </a:lnTo>
                <a:lnTo>
                  <a:pt x="2677400" y="38268"/>
                </a:lnTo>
                <a:lnTo>
                  <a:pt x="2472768" y="9746"/>
                </a:lnTo>
                <a:lnTo>
                  <a:pt x="2264456" y="0"/>
                </a:lnTo>
                <a:close/>
              </a:path>
              <a:path w="3557451" h="2593225">
                <a:moveTo>
                  <a:pt x="3439351" y="331316"/>
                </a:moveTo>
                <a:lnTo>
                  <a:pt x="2204629" y="331316"/>
                </a:lnTo>
                <a:lnTo>
                  <a:pt x="2373897" y="336648"/>
                </a:lnTo>
                <a:lnTo>
                  <a:pt x="2537229" y="352468"/>
                </a:lnTo>
                <a:lnTo>
                  <a:pt x="2694331" y="378508"/>
                </a:lnTo>
                <a:lnTo>
                  <a:pt x="2844903" y="414502"/>
                </a:lnTo>
                <a:lnTo>
                  <a:pt x="2988651" y="460184"/>
                </a:lnTo>
                <a:lnTo>
                  <a:pt x="3125276" y="515287"/>
                </a:lnTo>
                <a:lnTo>
                  <a:pt x="3254482" y="579544"/>
                </a:lnTo>
                <a:lnTo>
                  <a:pt x="3375972" y="652690"/>
                </a:lnTo>
                <a:lnTo>
                  <a:pt x="3489448" y="734457"/>
                </a:lnTo>
                <a:lnTo>
                  <a:pt x="3557451" y="792732"/>
                </a:lnTo>
                <a:lnTo>
                  <a:pt x="3557451" y="411108"/>
                </a:lnTo>
                <a:lnTo>
                  <a:pt x="3439351" y="331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56B725FB-7BCA-2981-E4B6-F7734B215EB0}"/>
              </a:ext>
            </a:extLst>
          </p:cNvPr>
          <p:cNvSpPr/>
          <p:nvPr/>
        </p:nvSpPr>
        <p:spPr>
          <a:xfrm>
            <a:off x="10129272" y="3996324"/>
            <a:ext cx="7379" cy="2063"/>
          </a:xfrm>
          <a:custGeom>
            <a:avLst/>
            <a:gdLst/>
            <a:ahLst/>
            <a:cxnLst/>
            <a:rect l="l" t="t" r="r" b="b"/>
            <a:pathLst>
              <a:path w="7379" h="2063">
                <a:moveTo>
                  <a:pt x="7379" y="0"/>
                </a:moveTo>
                <a:lnTo>
                  <a:pt x="3695" y="1089"/>
                </a:lnTo>
                <a:lnTo>
                  <a:pt x="0" y="2063"/>
                </a:lnTo>
                <a:lnTo>
                  <a:pt x="369" y="2030"/>
                </a:lnTo>
                <a:lnTo>
                  <a:pt x="4065" y="1391"/>
                </a:lnTo>
                <a:lnTo>
                  <a:pt x="73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0388C045-7DB4-A30D-493F-67CA053B8A49}"/>
              </a:ext>
            </a:extLst>
          </p:cNvPr>
          <p:cNvSpPr/>
          <p:nvPr/>
        </p:nvSpPr>
        <p:spPr>
          <a:xfrm>
            <a:off x="8382355" y="3688061"/>
            <a:ext cx="1876182" cy="1478979"/>
          </a:xfrm>
          <a:custGeom>
            <a:avLst/>
            <a:gdLst/>
            <a:ahLst/>
            <a:cxnLst/>
            <a:rect l="l" t="t" r="r" b="b"/>
            <a:pathLst>
              <a:path w="1876182" h="1478979">
                <a:moveTo>
                  <a:pt x="1722300" y="0"/>
                </a:moveTo>
                <a:lnTo>
                  <a:pt x="1682547" y="5812"/>
                </a:lnTo>
                <a:lnTo>
                  <a:pt x="1621133" y="24798"/>
                </a:lnTo>
                <a:lnTo>
                  <a:pt x="1583399" y="37259"/>
                </a:lnTo>
                <a:lnTo>
                  <a:pt x="1546286" y="50125"/>
                </a:lnTo>
                <a:lnTo>
                  <a:pt x="1509755" y="63396"/>
                </a:lnTo>
                <a:lnTo>
                  <a:pt x="1473768" y="77068"/>
                </a:lnTo>
                <a:lnTo>
                  <a:pt x="1438284" y="91138"/>
                </a:lnTo>
                <a:lnTo>
                  <a:pt x="1368672" y="120463"/>
                </a:lnTo>
                <a:lnTo>
                  <a:pt x="1300607" y="151349"/>
                </a:lnTo>
                <a:lnTo>
                  <a:pt x="1233777" y="183776"/>
                </a:lnTo>
                <a:lnTo>
                  <a:pt x="1167870" y="217722"/>
                </a:lnTo>
                <a:lnTo>
                  <a:pt x="1102573" y="253165"/>
                </a:lnTo>
                <a:lnTo>
                  <a:pt x="1037574" y="290084"/>
                </a:lnTo>
                <a:lnTo>
                  <a:pt x="972560" y="328459"/>
                </a:lnTo>
                <a:lnTo>
                  <a:pt x="928137" y="355586"/>
                </a:lnTo>
                <a:lnTo>
                  <a:pt x="884572" y="383131"/>
                </a:lnTo>
                <a:lnTo>
                  <a:pt x="841809" y="411168"/>
                </a:lnTo>
                <a:lnTo>
                  <a:pt x="799794" y="439771"/>
                </a:lnTo>
                <a:lnTo>
                  <a:pt x="758471" y="469012"/>
                </a:lnTo>
                <a:lnTo>
                  <a:pt x="717785" y="498965"/>
                </a:lnTo>
                <a:lnTo>
                  <a:pt x="677679" y="529703"/>
                </a:lnTo>
                <a:lnTo>
                  <a:pt x="638098" y="561299"/>
                </a:lnTo>
                <a:lnTo>
                  <a:pt x="598988" y="593828"/>
                </a:lnTo>
                <a:lnTo>
                  <a:pt x="560291" y="627361"/>
                </a:lnTo>
                <a:lnTo>
                  <a:pt x="521954" y="661973"/>
                </a:lnTo>
                <a:lnTo>
                  <a:pt x="483920" y="697737"/>
                </a:lnTo>
                <a:lnTo>
                  <a:pt x="446134" y="734726"/>
                </a:lnTo>
                <a:lnTo>
                  <a:pt x="408540" y="773013"/>
                </a:lnTo>
                <a:lnTo>
                  <a:pt x="371083" y="812672"/>
                </a:lnTo>
                <a:lnTo>
                  <a:pt x="333708" y="853776"/>
                </a:lnTo>
                <a:lnTo>
                  <a:pt x="296358" y="896398"/>
                </a:lnTo>
                <a:lnTo>
                  <a:pt x="258979" y="940612"/>
                </a:lnTo>
                <a:lnTo>
                  <a:pt x="221515" y="986491"/>
                </a:lnTo>
                <a:lnTo>
                  <a:pt x="183911" y="1034108"/>
                </a:lnTo>
                <a:lnTo>
                  <a:pt x="177522" y="1042132"/>
                </a:lnTo>
                <a:lnTo>
                  <a:pt x="170640" y="1050427"/>
                </a:lnTo>
                <a:lnTo>
                  <a:pt x="163322" y="1058981"/>
                </a:lnTo>
                <a:lnTo>
                  <a:pt x="155622" y="1067783"/>
                </a:lnTo>
                <a:lnTo>
                  <a:pt x="113326" y="1115131"/>
                </a:lnTo>
                <a:lnTo>
                  <a:pt x="104494" y="1125189"/>
                </a:lnTo>
                <a:lnTo>
                  <a:pt x="78245" y="1156339"/>
                </a:lnTo>
                <a:lnTo>
                  <a:pt x="53527" y="1188719"/>
                </a:lnTo>
                <a:lnTo>
                  <a:pt x="45885" y="1199733"/>
                </a:lnTo>
                <a:lnTo>
                  <a:pt x="36990" y="1210908"/>
                </a:lnTo>
                <a:lnTo>
                  <a:pt x="16491" y="1244734"/>
                </a:lnTo>
                <a:lnTo>
                  <a:pt x="2900" y="1291944"/>
                </a:lnTo>
                <a:lnTo>
                  <a:pt x="0" y="1315885"/>
                </a:lnTo>
                <a:lnTo>
                  <a:pt x="23" y="1327718"/>
                </a:lnTo>
                <a:lnTo>
                  <a:pt x="11194" y="1374055"/>
                </a:lnTo>
                <a:lnTo>
                  <a:pt x="32705" y="1407664"/>
                </a:lnTo>
                <a:lnTo>
                  <a:pt x="48924" y="1424786"/>
                </a:lnTo>
                <a:lnTo>
                  <a:pt x="50503" y="1426299"/>
                </a:lnTo>
                <a:lnTo>
                  <a:pt x="70296" y="1442731"/>
                </a:lnTo>
                <a:lnTo>
                  <a:pt x="71103" y="1443302"/>
                </a:lnTo>
                <a:lnTo>
                  <a:pt x="96003" y="1459415"/>
                </a:lnTo>
                <a:lnTo>
                  <a:pt x="120001" y="1470482"/>
                </a:lnTo>
                <a:lnTo>
                  <a:pt x="143118" y="1476878"/>
                </a:lnTo>
                <a:lnTo>
                  <a:pt x="165377" y="1478979"/>
                </a:lnTo>
                <a:lnTo>
                  <a:pt x="186800" y="1477159"/>
                </a:lnTo>
                <a:lnTo>
                  <a:pt x="227226" y="1463259"/>
                </a:lnTo>
                <a:lnTo>
                  <a:pt x="264576" y="1438178"/>
                </a:lnTo>
                <a:lnTo>
                  <a:pt x="299025" y="1404920"/>
                </a:lnTo>
                <a:lnTo>
                  <a:pt x="330753" y="1366484"/>
                </a:lnTo>
                <a:lnTo>
                  <a:pt x="359937" y="1325872"/>
                </a:lnTo>
                <a:lnTo>
                  <a:pt x="386755" y="1286086"/>
                </a:lnTo>
                <a:lnTo>
                  <a:pt x="399332" y="1267441"/>
                </a:lnTo>
                <a:lnTo>
                  <a:pt x="422935" y="1234521"/>
                </a:lnTo>
                <a:lnTo>
                  <a:pt x="482325" y="1159438"/>
                </a:lnTo>
                <a:lnTo>
                  <a:pt x="541644" y="1087946"/>
                </a:lnTo>
                <a:lnTo>
                  <a:pt x="601025" y="1019952"/>
                </a:lnTo>
                <a:lnTo>
                  <a:pt x="660597" y="955365"/>
                </a:lnTo>
                <a:lnTo>
                  <a:pt x="720492" y="894094"/>
                </a:lnTo>
                <a:lnTo>
                  <a:pt x="780841" y="836046"/>
                </a:lnTo>
                <a:lnTo>
                  <a:pt x="841776" y="781129"/>
                </a:lnTo>
                <a:lnTo>
                  <a:pt x="903428" y="729251"/>
                </a:lnTo>
                <a:lnTo>
                  <a:pt x="965928" y="680321"/>
                </a:lnTo>
                <a:lnTo>
                  <a:pt x="1029406" y="634246"/>
                </a:lnTo>
                <a:lnTo>
                  <a:pt x="1093995" y="590936"/>
                </a:lnTo>
                <a:lnTo>
                  <a:pt x="1159825" y="550297"/>
                </a:lnTo>
                <a:lnTo>
                  <a:pt x="1227027" y="512238"/>
                </a:lnTo>
                <a:lnTo>
                  <a:pt x="1295733" y="476667"/>
                </a:lnTo>
                <a:lnTo>
                  <a:pt x="1366075" y="443493"/>
                </a:lnTo>
                <a:lnTo>
                  <a:pt x="1438182" y="412622"/>
                </a:lnTo>
                <a:lnTo>
                  <a:pt x="1512186" y="383964"/>
                </a:lnTo>
                <a:lnTo>
                  <a:pt x="1588220" y="357427"/>
                </a:lnTo>
                <a:lnTo>
                  <a:pt x="1666412" y="332918"/>
                </a:lnTo>
                <a:lnTo>
                  <a:pt x="1746896" y="310346"/>
                </a:lnTo>
                <a:lnTo>
                  <a:pt x="1750626" y="309338"/>
                </a:lnTo>
                <a:lnTo>
                  <a:pt x="1754255" y="308296"/>
                </a:lnTo>
                <a:lnTo>
                  <a:pt x="1793686" y="293834"/>
                </a:lnTo>
                <a:lnTo>
                  <a:pt x="1826966" y="268840"/>
                </a:lnTo>
                <a:lnTo>
                  <a:pt x="1852342" y="238430"/>
                </a:lnTo>
                <a:lnTo>
                  <a:pt x="1869014" y="203488"/>
                </a:lnTo>
                <a:lnTo>
                  <a:pt x="1876182" y="164902"/>
                </a:lnTo>
                <a:lnTo>
                  <a:pt x="1875977" y="148978"/>
                </a:lnTo>
                <a:lnTo>
                  <a:pt x="1875004" y="136910"/>
                </a:lnTo>
                <a:lnTo>
                  <a:pt x="1873347" y="126634"/>
                </a:lnTo>
                <a:lnTo>
                  <a:pt x="1872843" y="124013"/>
                </a:lnTo>
                <a:lnTo>
                  <a:pt x="1871936" y="121594"/>
                </a:lnTo>
                <a:lnTo>
                  <a:pt x="1871330" y="119005"/>
                </a:lnTo>
                <a:lnTo>
                  <a:pt x="1856332" y="80855"/>
                </a:lnTo>
                <a:lnTo>
                  <a:pt x="1832434" y="48319"/>
                </a:lnTo>
                <a:lnTo>
                  <a:pt x="1801132" y="22957"/>
                </a:lnTo>
                <a:lnTo>
                  <a:pt x="1763921" y="6331"/>
                </a:lnTo>
                <a:lnTo>
                  <a:pt x="1736572" y="870"/>
                </a:lnTo>
                <a:lnTo>
                  <a:pt x="1722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ACD903B1-1806-6C16-2252-38CDEF05847A}"/>
              </a:ext>
            </a:extLst>
          </p:cNvPr>
          <p:cNvSpPr/>
          <p:nvPr/>
        </p:nvSpPr>
        <p:spPr>
          <a:xfrm>
            <a:off x="10567572" y="3601025"/>
            <a:ext cx="1624428" cy="684492"/>
          </a:xfrm>
          <a:custGeom>
            <a:avLst/>
            <a:gdLst/>
            <a:ahLst/>
            <a:cxnLst/>
            <a:rect l="l" t="t" r="r" b="b"/>
            <a:pathLst>
              <a:path w="1624428" h="684492">
                <a:moveTo>
                  <a:pt x="1622716" y="314358"/>
                </a:moveTo>
                <a:lnTo>
                  <a:pt x="276322" y="314358"/>
                </a:lnTo>
                <a:lnTo>
                  <a:pt x="399298" y="316443"/>
                </a:lnTo>
                <a:lnTo>
                  <a:pt x="521882" y="324263"/>
                </a:lnTo>
                <a:lnTo>
                  <a:pt x="643873" y="337826"/>
                </a:lnTo>
                <a:lnTo>
                  <a:pt x="765073" y="357140"/>
                </a:lnTo>
                <a:lnTo>
                  <a:pt x="885280" y="382214"/>
                </a:lnTo>
                <a:lnTo>
                  <a:pt x="1004295" y="413055"/>
                </a:lnTo>
                <a:lnTo>
                  <a:pt x="1121917" y="449672"/>
                </a:lnTo>
                <a:lnTo>
                  <a:pt x="1237947" y="492072"/>
                </a:lnTo>
                <a:lnTo>
                  <a:pt x="1352185" y="540263"/>
                </a:lnTo>
                <a:lnTo>
                  <a:pt x="1464430" y="594254"/>
                </a:lnTo>
                <a:lnTo>
                  <a:pt x="1574482" y="654053"/>
                </a:lnTo>
                <a:lnTo>
                  <a:pt x="1624428" y="684492"/>
                </a:lnTo>
                <a:lnTo>
                  <a:pt x="1624428" y="315258"/>
                </a:lnTo>
                <a:lnTo>
                  <a:pt x="1622716" y="314358"/>
                </a:lnTo>
                <a:close/>
              </a:path>
              <a:path w="1624428" h="684492">
                <a:moveTo>
                  <a:pt x="159948" y="1"/>
                </a:moveTo>
                <a:lnTo>
                  <a:pt x="116669" y="5826"/>
                </a:lnTo>
                <a:lnTo>
                  <a:pt x="77953" y="22246"/>
                </a:lnTo>
                <a:lnTo>
                  <a:pt x="45344" y="47682"/>
                </a:lnTo>
                <a:lnTo>
                  <a:pt x="20389" y="80549"/>
                </a:lnTo>
                <a:lnTo>
                  <a:pt x="4631" y="119267"/>
                </a:lnTo>
                <a:lnTo>
                  <a:pt x="0" y="147548"/>
                </a:lnTo>
                <a:lnTo>
                  <a:pt x="560" y="163482"/>
                </a:lnTo>
                <a:lnTo>
                  <a:pt x="9350" y="207897"/>
                </a:lnTo>
                <a:lnTo>
                  <a:pt x="27678" y="246348"/>
                </a:lnTo>
                <a:lnTo>
                  <a:pt x="54101" y="277703"/>
                </a:lnTo>
                <a:lnTo>
                  <a:pt x="87174" y="300828"/>
                </a:lnTo>
                <a:lnTo>
                  <a:pt x="125455" y="314589"/>
                </a:lnTo>
                <a:lnTo>
                  <a:pt x="153154" y="318001"/>
                </a:lnTo>
                <a:lnTo>
                  <a:pt x="276322" y="314358"/>
                </a:lnTo>
                <a:lnTo>
                  <a:pt x="1622716" y="314358"/>
                </a:lnTo>
                <a:lnTo>
                  <a:pt x="1586806" y="295482"/>
                </a:lnTo>
                <a:lnTo>
                  <a:pt x="1470804" y="241436"/>
                </a:lnTo>
                <a:lnTo>
                  <a:pt x="1352264" y="192934"/>
                </a:lnTo>
                <a:lnTo>
                  <a:pt x="1231211" y="149939"/>
                </a:lnTo>
                <a:lnTo>
                  <a:pt x="1107672" y="112413"/>
                </a:lnTo>
                <a:lnTo>
                  <a:pt x="981672" y="80319"/>
                </a:lnTo>
                <a:lnTo>
                  <a:pt x="853240" y="53618"/>
                </a:lnTo>
                <a:lnTo>
                  <a:pt x="722399" y="32273"/>
                </a:lnTo>
                <a:lnTo>
                  <a:pt x="589178" y="16247"/>
                </a:lnTo>
                <a:lnTo>
                  <a:pt x="453602" y="5502"/>
                </a:lnTo>
                <a:lnTo>
                  <a:pt x="320581" y="194"/>
                </a:lnTo>
                <a:lnTo>
                  <a:pt x="291475" y="194"/>
                </a:lnTo>
                <a:lnTo>
                  <a:pt x="159948" y="1"/>
                </a:lnTo>
                <a:close/>
              </a:path>
              <a:path w="1624428" h="684492">
                <a:moveTo>
                  <a:pt x="315698" y="0"/>
                </a:moveTo>
                <a:lnTo>
                  <a:pt x="291475" y="194"/>
                </a:lnTo>
                <a:lnTo>
                  <a:pt x="320581" y="194"/>
                </a:lnTo>
                <a:lnTo>
                  <a:pt x="315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3F479B69-6AEB-DE03-AE13-890B16FE4415}"/>
              </a:ext>
            </a:extLst>
          </p:cNvPr>
          <p:cNvSpPr/>
          <p:nvPr/>
        </p:nvSpPr>
        <p:spPr>
          <a:xfrm>
            <a:off x="11564983" y="5227215"/>
            <a:ext cx="627016" cy="1419769"/>
          </a:xfrm>
          <a:custGeom>
            <a:avLst/>
            <a:gdLst/>
            <a:ahLst/>
            <a:cxnLst/>
            <a:rect l="l" t="t" r="r" b="b"/>
            <a:pathLst>
              <a:path w="627016" h="1419769">
                <a:moveTo>
                  <a:pt x="0" y="265728"/>
                </a:moveTo>
                <a:lnTo>
                  <a:pt x="36796" y="298452"/>
                </a:lnTo>
                <a:lnTo>
                  <a:pt x="73006" y="333261"/>
                </a:lnTo>
                <a:lnTo>
                  <a:pt x="108519" y="370047"/>
                </a:lnTo>
                <a:lnTo>
                  <a:pt x="143227" y="408702"/>
                </a:lnTo>
                <a:lnTo>
                  <a:pt x="177020" y="449118"/>
                </a:lnTo>
                <a:lnTo>
                  <a:pt x="209791" y="491188"/>
                </a:lnTo>
                <a:lnTo>
                  <a:pt x="241429" y="534804"/>
                </a:lnTo>
                <a:lnTo>
                  <a:pt x="271826" y="579859"/>
                </a:lnTo>
                <a:lnTo>
                  <a:pt x="300874" y="626244"/>
                </a:lnTo>
                <a:lnTo>
                  <a:pt x="328462" y="673853"/>
                </a:lnTo>
                <a:lnTo>
                  <a:pt x="354482" y="722578"/>
                </a:lnTo>
                <a:lnTo>
                  <a:pt x="378826" y="772310"/>
                </a:lnTo>
                <a:lnTo>
                  <a:pt x="401383" y="822943"/>
                </a:lnTo>
                <a:lnTo>
                  <a:pt x="422046" y="874369"/>
                </a:lnTo>
                <a:lnTo>
                  <a:pt x="440705" y="926480"/>
                </a:lnTo>
                <a:lnTo>
                  <a:pt x="457252" y="979168"/>
                </a:lnTo>
                <a:lnTo>
                  <a:pt x="471577" y="1032326"/>
                </a:lnTo>
                <a:lnTo>
                  <a:pt x="483571" y="1085846"/>
                </a:lnTo>
                <a:lnTo>
                  <a:pt x="493126" y="1139621"/>
                </a:lnTo>
                <a:lnTo>
                  <a:pt x="500132" y="1193543"/>
                </a:lnTo>
                <a:lnTo>
                  <a:pt x="501974" y="1210851"/>
                </a:lnTo>
                <a:lnTo>
                  <a:pt x="503905" y="1228102"/>
                </a:lnTo>
                <a:lnTo>
                  <a:pt x="511232" y="1278583"/>
                </a:lnTo>
                <a:lnTo>
                  <a:pt x="522938" y="1325183"/>
                </a:lnTo>
                <a:lnTo>
                  <a:pt x="541699" y="1365369"/>
                </a:lnTo>
                <a:lnTo>
                  <a:pt x="570192" y="1396608"/>
                </a:lnTo>
                <a:lnTo>
                  <a:pt x="611092" y="1416369"/>
                </a:lnTo>
                <a:lnTo>
                  <a:pt x="627016" y="1419769"/>
                </a:lnTo>
                <a:lnTo>
                  <a:pt x="627016" y="526048"/>
                </a:lnTo>
                <a:lnTo>
                  <a:pt x="578909" y="441032"/>
                </a:lnTo>
                <a:lnTo>
                  <a:pt x="546131" y="389324"/>
                </a:lnTo>
                <a:lnTo>
                  <a:pt x="511660" y="339122"/>
                </a:lnTo>
                <a:lnTo>
                  <a:pt x="475553" y="290496"/>
                </a:lnTo>
                <a:lnTo>
                  <a:pt x="472690" y="286926"/>
                </a:lnTo>
                <a:lnTo>
                  <a:pt x="87407" y="286926"/>
                </a:lnTo>
                <a:lnTo>
                  <a:pt x="72486" y="286534"/>
                </a:lnTo>
                <a:lnTo>
                  <a:pt x="33006" y="279824"/>
                </a:lnTo>
                <a:lnTo>
                  <a:pt x="10398" y="271174"/>
                </a:lnTo>
                <a:lnTo>
                  <a:pt x="0" y="265728"/>
                </a:lnTo>
                <a:close/>
              </a:path>
              <a:path w="627016" h="1419769">
                <a:moveTo>
                  <a:pt x="181836" y="0"/>
                </a:moveTo>
                <a:lnTo>
                  <a:pt x="208419" y="27650"/>
                </a:lnTo>
                <a:lnTo>
                  <a:pt x="227946" y="60948"/>
                </a:lnTo>
                <a:lnTo>
                  <a:pt x="237182" y="88983"/>
                </a:lnTo>
                <a:lnTo>
                  <a:pt x="238156" y="91503"/>
                </a:lnTo>
                <a:lnTo>
                  <a:pt x="238694" y="94225"/>
                </a:lnTo>
                <a:lnTo>
                  <a:pt x="240641" y="106667"/>
                </a:lnTo>
                <a:lnTo>
                  <a:pt x="241670" y="119378"/>
                </a:lnTo>
                <a:lnTo>
                  <a:pt x="241133" y="134126"/>
                </a:lnTo>
                <a:lnTo>
                  <a:pt x="233119" y="175203"/>
                </a:lnTo>
                <a:lnTo>
                  <a:pt x="216470" y="210989"/>
                </a:lnTo>
                <a:lnTo>
                  <a:pt x="192427" y="240792"/>
                </a:lnTo>
                <a:lnTo>
                  <a:pt x="159131" y="265106"/>
                </a:lnTo>
                <a:lnTo>
                  <a:pt x="113823" y="283184"/>
                </a:lnTo>
                <a:lnTo>
                  <a:pt x="87407" y="286926"/>
                </a:lnTo>
                <a:lnTo>
                  <a:pt x="472690" y="286926"/>
                </a:lnTo>
                <a:lnTo>
                  <a:pt x="437869" y="243515"/>
                </a:lnTo>
                <a:lnTo>
                  <a:pt x="398663" y="198247"/>
                </a:lnTo>
                <a:lnTo>
                  <a:pt x="357994" y="154760"/>
                </a:lnTo>
                <a:lnTo>
                  <a:pt x="315920" y="113123"/>
                </a:lnTo>
                <a:lnTo>
                  <a:pt x="272497" y="73405"/>
                </a:lnTo>
                <a:lnTo>
                  <a:pt x="227783" y="35674"/>
                </a:lnTo>
                <a:lnTo>
                  <a:pt x="181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88BAF071-6106-4B1D-1C74-A8B09E3682E2}"/>
              </a:ext>
            </a:extLst>
          </p:cNvPr>
          <p:cNvSpPr/>
          <p:nvPr/>
        </p:nvSpPr>
        <p:spPr>
          <a:xfrm>
            <a:off x="11742743" y="5224110"/>
            <a:ext cx="4099" cy="3092"/>
          </a:xfrm>
          <a:custGeom>
            <a:avLst/>
            <a:gdLst/>
            <a:ahLst/>
            <a:cxnLst/>
            <a:rect l="l" t="t" r="r" b="b"/>
            <a:pathLst>
              <a:path w="4099" h="3092">
                <a:moveTo>
                  <a:pt x="0" y="0"/>
                </a:moveTo>
                <a:lnTo>
                  <a:pt x="4099" y="3092"/>
                </a:lnTo>
                <a:lnTo>
                  <a:pt x="2117" y="14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8A2F2D9E-1A27-A918-0477-707EE6E8976A}"/>
              </a:ext>
            </a:extLst>
          </p:cNvPr>
          <p:cNvSpPr/>
          <p:nvPr/>
        </p:nvSpPr>
        <p:spPr>
          <a:xfrm>
            <a:off x="11537939" y="5472069"/>
            <a:ext cx="19555" cy="16309"/>
          </a:xfrm>
          <a:custGeom>
            <a:avLst/>
            <a:gdLst/>
            <a:ahLst/>
            <a:cxnLst/>
            <a:rect l="l" t="t" r="r" b="b"/>
            <a:pathLst>
              <a:path w="19555" h="16309">
                <a:moveTo>
                  <a:pt x="0" y="0"/>
                </a:moveTo>
                <a:lnTo>
                  <a:pt x="5743" y="6223"/>
                </a:lnTo>
                <a:lnTo>
                  <a:pt x="19226" y="16095"/>
                </a:lnTo>
                <a:lnTo>
                  <a:pt x="19555" y="16309"/>
                </a:lnTo>
                <a:lnTo>
                  <a:pt x="9787" y="80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F3FAD29B-48BE-FB3B-A2C1-1C8E1988EDE9}"/>
              </a:ext>
            </a:extLst>
          </p:cNvPr>
          <p:cNvSpPr/>
          <p:nvPr/>
        </p:nvSpPr>
        <p:spPr>
          <a:xfrm>
            <a:off x="11483315" y="5190954"/>
            <a:ext cx="323448" cy="323300"/>
          </a:xfrm>
          <a:custGeom>
            <a:avLst/>
            <a:gdLst/>
            <a:ahLst/>
            <a:cxnLst/>
            <a:rect l="l" t="t" r="r" b="b"/>
            <a:pathLst>
              <a:path w="323448" h="323300">
                <a:moveTo>
                  <a:pt x="174447" y="0"/>
                </a:moveTo>
                <a:lnTo>
                  <a:pt x="127928" y="5108"/>
                </a:lnTo>
                <a:lnTo>
                  <a:pt x="86983" y="20017"/>
                </a:lnTo>
                <a:lnTo>
                  <a:pt x="52660" y="43352"/>
                </a:lnTo>
                <a:lnTo>
                  <a:pt x="26011" y="73737"/>
                </a:lnTo>
                <a:lnTo>
                  <a:pt x="8043" y="109937"/>
                </a:lnTo>
                <a:lnTo>
                  <a:pt x="47" y="149131"/>
                </a:lnTo>
                <a:lnTo>
                  <a:pt x="0" y="167071"/>
                </a:lnTo>
                <a:lnTo>
                  <a:pt x="804" y="179321"/>
                </a:lnTo>
                <a:lnTo>
                  <a:pt x="14593" y="228096"/>
                </a:lnTo>
                <a:lnTo>
                  <a:pt x="34309" y="260772"/>
                </a:lnTo>
                <a:lnTo>
                  <a:pt x="71018" y="294762"/>
                </a:lnTo>
                <a:lnTo>
                  <a:pt x="105971" y="313079"/>
                </a:lnTo>
                <a:lnTo>
                  <a:pt x="155400" y="323300"/>
                </a:lnTo>
                <a:lnTo>
                  <a:pt x="170553" y="322929"/>
                </a:lnTo>
                <a:lnTo>
                  <a:pt x="214797" y="313934"/>
                </a:lnTo>
                <a:lnTo>
                  <a:pt x="249859" y="295905"/>
                </a:lnTo>
                <a:lnTo>
                  <a:pt x="280782" y="269142"/>
                </a:lnTo>
                <a:lnTo>
                  <a:pt x="303852" y="237395"/>
                </a:lnTo>
                <a:lnTo>
                  <a:pt x="318322" y="201494"/>
                </a:lnTo>
                <a:lnTo>
                  <a:pt x="323448" y="162269"/>
                </a:lnTo>
                <a:lnTo>
                  <a:pt x="322920" y="149131"/>
                </a:lnTo>
                <a:lnTo>
                  <a:pt x="321440" y="136705"/>
                </a:lnTo>
                <a:lnTo>
                  <a:pt x="319820" y="127775"/>
                </a:lnTo>
                <a:lnTo>
                  <a:pt x="318846" y="125255"/>
                </a:lnTo>
                <a:lnTo>
                  <a:pt x="318242" y="122566"/>
                </a:lnTo>
                <a:lnTo>
                  <a:pt x="304246" y="86085"/>
                </a:lnTo>
                <a:lnTo>
                  <a:pt x="282341" y="54462"/>
                </a:lnTo>
                <a:lnTo>
                  <a:pt x="261447" y="34723"/>
                </a:lnTo>
                <a:lnTo>
                  <a:pt x="259434" y="33146"/>
                </a:lnTo>
                <a:lnTo>
                  <a:pt x="224608" y="12586"/>
                </a:lnTo>
                <a:lnTo>
                  <a:pt x="187568" y="1622"/>
                </a:lnTo>
                <a:lnTo>
                  <a:pt x="1744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6AE62322-2D91-A63B-15B1-D1719747E52D}"/>
              </a:ext>
            </a:extLst>
          </p:cNvPr>
          <p:cNvSpPr/>
          <p:nvPr/>
        </p:nvSpPr>
        <p:spPr>
          <a:xfrm>
            <a:off x="11008347" y="5671688"/>
            <a:ext cx="839" cy="268"/>
          </a:xfrm>
          <a:custGeom>
            <a:avLst/>
            <a:gdLst/>
            <a:ahLst/>
            <a:cxnLst/>
            <a:rect l="l" t="t" r="r" b="b"/>
            <a:pathLst>
              <a:path w="839" h="268">
                <a:moveTo>
                  <a:pt x="0" y="134"/>
                </a:moveTo>
                <a:lnTo>
                  <a:pt x="839" y="134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6E528E18-E43B-F058-E9DA-22A78DE7C200}"/>
              </a:ext>
            </a:extLst>
          </p:cNvPr>
          <p:cNvSpPr/>
          <p:nvPr/>
        </p:nvSpPr>
        <p:spPr>
          <a:xfrm>
            <a:off x="9997585" y="5664056"/>
            <a:ext cx="962161" cy="1193943"/>
          </a:xfrm>
          <a:custGeom>
            <a:avLst/>
            <a:gdLst/>
            <a:ahLst/>
            <a:cxnLst/>
            <a:rect l="l" t="t" r="r" b="b"/>
            <a:pathLst>
              <a:path w="962161" h="1193943">
                <a:moveTo>
                  <a:pt x="807165" y="0"/>
                </a:moveTo>
                <a:lnTo>
                  <a:pt x="801755" y="0"/>
                </a:lnTo>
                <a:lnTo>
                  <a:pt x="798360" y="840"/>
                </a:lnTo>
                <a:lnTo>
                  <a:pt x="794867" y="1041"/>
                </a:lnTo>
                <a:lnTo>
                  <a:pt x="734798" y="6966"/>
                </a:lnTo>
                <a:lnTo>
                  <a:pt x="676056" y="16833"/>
                </a:lnTo>
                <a:lnTo>
                  <a:pt x="618787" y="30520"/>
                </a:lnTo>
                <a:lnTo>
                  <a:pt x="563135" y="47904"/>
                </a:lnTo>
                <a:lnTo>
                  <a:pt x="509246" y="68860"/>
                </a:lnTo>
                <a:lnTo>
                  <a:pt x="457266" y="93265"/>
                </a:lnTo>
                <a:lnTo>
                  <a:pt x="407340" y="120996"/>
                </a:lnTo>
                <a:lnTo>
                  <a:pt x="359613" y="151929"/>
                </a:lnTo>
                <a:lnTo>
                  <a:pt x="314230" y="185940"/>
                </a:lnTo>
                <a:lnTo>
                  <a:pt x="271338" y="222907"/>
                </a:lnTo>
                <a:lnTo>
                  <a:pt x="231082" y="262705"/>
                </a:lnTo>
                <a:lnTo>
                  <a:pt x="193606" y="305211"/>
                </a:lnTo>
                <a:lnTo>
                  <a:pt x="159056" y="350302"/>
                </a:lnTo>
                <a:lnTo>
                  <a:pt x="127578" y="397853"/>
                </a:lnTo>
                <a:lnTo>
                  <a:pt x="99317" y="447743"/>
                </a:lnTo>
                <a:lnTo>
                  <a:pt x="74419" y="499846"/>
                </a:lnTo>
                <a:lnTo>
                  <a:pt x="53029" y="554039"/>
                </a:lnTo>
                <a:lnTo>
                  <a:pt x="35291" y="610200"/>
                </a:lnTo>
                <a:lnTo>
                  <a:pt x="21353" y="668204"/>
                </a:lnTo>
                <a:lnTo>
                  <a:pt x="11358" y="727927"/>
                </a:lnTo>
                <a:lnTo>
                  <a:pt x="0" y="865499"/>
                </a:lnTo>
                <a:lnTo>
                  <a:pt x="1418" y="1004954"/>
                </a:lnTo>
                <a:lnTo>
                  <a:pt x="15037" y="1145479"/>
                </a:lnTo>
                <a:lnTo>
                  <a:pt x="23727" y="1193943"/>
                </a:lnTo>
                <a:lnTo>
                  <a:pt x="355352" y="1193943"/>
                </a:lnTo>
                <a:lnTo>
                  <a:pt x="341898" y="1113243"/>
                </a:lnTo>
                <a:lnTo>
                  <a:pt x="329365" y="1005693"/>
                </a:lnTo>
                <a:lnTo>
                  <a:pt x="321723" y="895040"/>
                </a:lnTo>
                <a:lnTo>
                  <a:pt x="321119" y="845634"/>
                </a:lnTo>
                <a:lnTo>
                  <a:pt x="323882" y="797818"/>
                </a:lnTo>
                <a:lnTo>
                  <a:pt x="329902" y="751682"/>
                </a:lnTo>
                <a:lnTo>
                  <a:pt x="339071" y="707320"/>
                </a:lnTo>
                <a:lnTo>
                  <a:pt x="351278" y="664822"/>
                </a:lnTo>
                <a:lnTo>
                  <a:pt x="366416" y="624283"/>
                </a:lnTo>
                <a:lnTo>
                  <a:pt x="384373" y="585793"/>
                </a:lnTo>
                <a:lnTo>
                  <a:pt x="405042" y="549445"/>
                </a:lnTo>
                <a:lnTo>
                  <a:pt x="428313" y="515331"/>
                </a:lnTo>
                <a:lnTo>
                  <a:pt x="454077" y="483543"/>
                </a:lnTo>
                <a:lnTo>
                  <a:pt x="482223" y="454174"/>
                </a:lnTo>
                <a:lnTo>
                  <a:pt x="512645" y="427315"/>
                </a:lnTo>
                <a:lnTo>
                  <a:pt x="545231" y="403059"/>
                </a:lnTo>
                <a:lnTo>
                  <a:pt x="579873" y="381499"/>
                </a:lnTo>
                <a:lnTo>
                  <a:pt x="616461" y="362725"/>
                </a:lnTo>
                <a:lnTo>
                  <a:pt x="654886" y="346831"/>
                </a:lnTo>
                <a:lnTo>
                  <a:pt x="695039" y="333909"/>
                </a:lnTo>
                <a:lnTo>
                  <a:pt x="736811" y="324050"/>
                </a:lnTo>
                <a:lnTo>
                  <a:pt x="780093" y="317348"/>
                </a:lnTo>
                <a:lnTo>
                  <a:pt x="824774" y="313894"/>
                </a:lnTo>
                <a:lnTo>
                  <a:pt x="829143" y="312415"/>
                </a:lnTo>
                <a:lnTo>
                  <a:pt x="865965" y="301644"/>
                </a:lnTo>
                <a:lnTo>
                  <a:pt x="900190" y="281304"/>
                </a:lnTo>
                <a:lnTo>
                  <a:pt x="928647" y="253465"/>
                </a:lnTo>
                <a:lnTo>
                  <a:pt x="949159" y="220049"/>
                </a:lnTo>
                <a:lnTo>
                  <a:pt x="960575" y="182161"/>
                </a:lnTo>
                <a:lnTo>
                  <a:pt x="962161" y="168729"/>
                </a:lnTo>
                <a:lnTo>
                  <a:pt x="961699" y="153197"/>
                </a:lnTo>
                <a:lnTo>
                  <a:pt x="954002" y="110683"/>
                </a:lnTo>
                <a:lnTo>
                  <a:pt x="937808" y="74530"/>
                </a:lnTo>
                <a:lnTo>
                  <a:pt x="905158" y="36736"/>
                </a:lnTo>
                <a:lnTo>
                  <a:pt x="872878" y="16226"/>
                </a:lnTo>
                <a:lnTo>
                  <a:pt x="836699" y="3725"/>
                </a:lnTo>
                <a:lnTo>
                  <a:pt x="808846" y="470"/>
                </a:lnTo>
                <a:lnTo>
                  <a:pt x="8071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0E28F6D1-F970-D1EE-26B8-C6F5D977156A}"/>
              </a:ext>
            </a:extLst>
          </p:cNvPr>
          <p:cNvSpPr/>
          <p:nvPr/>
        </p:nvSpPr>
        <p:spPr>
          <a:xfrm>
            <a:off x="11210949" y="5886480"/>
            <a:ext cx="444861" cy="643535"/>
          </a:xfrm>
          <a:custGeom>
            <a:avLst/>
            <a:gdLst/>
            <a:ahLst/>
            <a:cxnLst/>
            <a:rect l="l" t="t" r="r" b="b"/>
            <a:pathLst>
              <a:path w="444861" h="643535">
                <a:moveTo>
                  <a:pt x="170253" y="0"/>
                </a:moveTo>
                <a:lnTo>
                  <a:pt x="124158" y="5304"/>
                </a:lnTo>
                <a:lnTo>
                  <a:pt x="83629" y="20642"/>
                </a:lnTo>
                <a:lnTo>
                  <a:pt x="49807" y="44564"/>
                </a:lnTo>
                <a:lnTo>
                  <a:pt x="23834" y="75621"/>
                </a:lnTo>
                <a:lnTo>
                  <a:pt x="6851" y="112365"/>
                </a:lnTo>
                <a:lnTo>
                  <a:pt x="0" y="153344"/>
                </a:lnTo>
                <a:lnTo>
                  <a:pt x="483" y="168026"/>
                </a:lnTo>
                <a:lnTo>
                  <a:pt x="1957" y="181055"/>
                </a:lnTo>
                <a:lnTo>
                  <a:pt x="4274" y="192875"/>
                </a:lnTo>
                <a:lnTo>
                  <a:pt x="7350" y="204193"/>
                </a:lnTo>
                <a:lnTo>
                  <a:pt x="7909" y="206365"/>
                </a:lnTo>
                <a:lnTo>
                  <a:pt x="7438" y="206902"/>
                </a:lnTo>
                <a:lnTo>
                  <a:pt x="8346" y="208919"/>
                </a:lnTo>
                <a:lnTo>
                  <a:pt x="9959" y="212615"/>
                </a:lnTo>
                <a:lnTo>
                  <a:pt x="11976" y="218160"/>
                </a:lnTo>
                <a:lnTo>
                  <a:pt x="14294" y="223436"/>
                </a:lnTo>
                <a:lnTo>
                  <a:pt x="16848" y="228644"/>
                </a:lnTo>
                <a:lnTo>
                  <a:pt x="19471" y="234925"/>
                </a:lnTo>
                <a:lnTo>
                  <a:pt x="36736" y="278212"/>
                </a:lnTo>
                <a:lnTo>
                  <a:pt x="54909" y="326986"/>
                </a:lnTo>
                <a:lnTo>
                  <a:pt x="70651" y="371734"/>
                </a:lnTo>
                <a:lnTo>
                  <a:pt x="87898" y="423425"/>
                </a:lnTo>
                <a:lnTo>
                  <a:pt x="100094" y="461716"/>
                </a:lnTo>
                <a:lnTo>
                  <a:pt x="112753" y="503054"/>
                </a:lnTo>
                <a:lnTo>
                  <a:pt x="115264" y="515669"/>
                </a:lnTo>
                <a:lnTo>
                  <a:pt x="118654" y="527942"/>
                </a:lnTo>
                <a:lnTo>
                  <a:pt x="136196" y="564387"/>
                </a:lnTo>
                <a:lnTo>
                  <a:pt x="161625" y="595911"/>
                </a:lnTo>
                <a:lnTo>
                  <a:pt x="192819" y="620238"/>
                </a:lnTo>
                <a:lnTo>
                  <a:pt x="228736" y="636426"/>
                </a:lnTo>
                <a:lnTo>
                  <a:pt x="268333" y="643535"/>
                </a:lnTo>
                <a:lnTo>
                  <a:pt x="283623" y="643166"/>
                </a:lnTo>
                <a:lnTo>
                  <a:pt x="322977" y="636817"/>
                </a:lnTo>
                <a:lnTo>
                  <a:pt x="366961" y="616760"/>
                </a:lnTo>
                <a:lnTo>
                  <a:pt x="397871" y="591413"/>
                </a:lnTo>
                <a:lnTo>
                  <a:pt x="421889" y="560232"/>
                </a:lnTo>
                <a:lnTo>
                  <a:pt x="437918" y="524246"/>
                </a:lnTo>
                <a:lnTo>
                  <a:pt x="444861" y="484484"/>
                </a:lnTo>
                <a:lnTo>
                  <a:pt x="444703" y="468561"/>
                </a:lnTo>
                <a:lnTo>
                  <a:pt x="433385" y="411950"/>
                </a:lnTo>
                <a:lnTo>
                  <a:pt x="422694" y="373497"/>
                </a:lnTo>
                <a:lnTo>
                  <a:pt x="411178" y="334974"/>
                </a:lnTo>
                <a:lnTo>
                  <a:pt x="398794" y="296701"/>
                </a:lnTo>
                <a:lnTo>
                  <a:pt x="385499" y="258994"/>
                </a:lnTo>
                <a:lnTo>
                  <a:pt x="371250" y="222173"/>
                </a:lnTo>
                <a:lnTo>
                  <a:pt x="356005" y="186554"/>
                </a:lnTo>
                <a:lnTo>
                  <a:pt x="331176" y="136076"/>
                </a:lnTo>
                <a:lnTo>
                  <a:pt x="303863" y="90092"/>
                </a:lnTo>
                <a:lnTo>
                  <a:pt x="294181" y="75948"/>
                </a:lnTo>
                <a:lnTo>
                  <a:pt x="287047" y="65394"/>
                </a:lnTo>
                <a:lnTo>
                  <a:pt x="279129" y="55482"/>
                </a:lnTo>
                <a:lnTo>
                  <a:pt x="276471" y="52392"/>
                </a:lnTo>
                <a:lnTo>
                  <a:pt x="275564" y="50846"/>
                </a:lnTo>
                <a:lnTo>
                  <a:pt x="274489" y="49602"/>
                </a:lnTo>
                <a:lnTo>
                  <a:pt x="273851" y="49233"/>
                </a:lnTo>
                <a:lnTo>
                  <a:pt x="273615" y="48897"/>
                </a:lnTo>
                <a:lnTo>
                  <a:pt x="244045" y="24536"/>
                </a:lnTo>
                <a:lnTo>
                  <a:pt x="209191" y="7795"/>
                </a:lnTo>
                <a:lnTo>
                  <a:pt x="183612" y="1522"/>
                </a:lnTo>
                <a:lnTo>
                  <a:pt x="1702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07FD68E6-85F5-B046-22CD-C1BD14585213}"/>
              </a:ext>
            </a:extLst>
          </p:cNvPr>
          <p:cNvSpPr/>
          <p:nvPr/>
        </p:nvSpPr>
        <p:spPr>
          <a:xfrm>
            <a:off x="10695958" y="6359837"/>
            <a:ext cx="362188" cy="498162"/>
          </a:xfrm>
          <a:custGeom>
            <a:avLst/>
            <a:gdLst/>
            <a:ahLst/>
            <a:cxnLst/>
            <a:rect l="l" t="t" r="r" b="b"/>
            <a:pathLst>
              <a:path w="362188" h="498162">
                <a:moveTo>
                  <a:pt x="168605" y="0"/>
                </a:moveTo>
                <a:lnTo>
                  <a:pt x="124179" y="3405"/>
                </a:lnTo>
                <a:lnTo>
                  <a:pt x="72482" y="22741"/>
                </a:lnTo>
                <a:lnTo>
                  <a:pt x="37035" y="56277"/>
                </a:lnTo>
                <a:lnTo>
                  <a:pt x="15019" y="100559"/>
                </a:lnTo>
                <a:lnTo>
                  <a:pt x="3614" y="152131"/>
                </a:lnTo>
                <a:lnTo>
                  <a:pt x="0" y="207538"/>
                </a:lnTo>
                <a:lnTo>
                  <a:pt x="61" y="227114"/>
                </a:lnTo>
                <a:lnTo>
                  <a:pt x="2426" y="281407"/>
                </a:lnTo>
                <a:lnTo>
                  <a:pt x="14307" y="395485"/>
                </a:lnTo>
                <a:lnTo>
                  <a:pt x="33239" y="498162"/>
                </a:lnTo>
                <a:lnTo>
                  <a:pt x="362188" y="498162"/>
                </a:lnTo>
                <a:lnTo>
                  <a:pt x="346300" y="442421"/>
                </a:lnTo>
                <a:lnTo>
                  <a:pt x="326628" y="345488"/>
                </a:lnTo>
                <a:lnTo>
                  <a:pt x="314095" y="244900"/>
                </a:lnTo>
                <a:lnTo>
                  <a:pt x="312591" y="226262"/>
                </a:lnTo>
                <a:lnTo>
                  <a:pt x="311162" y="207538"/>
                </a:lnTo>
                <a:lnTo>
                  <a:pt x="309850" y="190998"/>
                </a:lnTo>
                <a:lnTo>
                  <a:pt x="303834" y="137777"/>
                </a:lnTo>
                <a:lnTo>
                  <a:pt x="292414" y="88761"/>
                </a:lnTo>
                <a:lnTo>
                  <a:pt x="271952" y="47398"/>
                </a:lnTo>
                <a:lnTo>
                  <a:pt x="238809" y="17133"/>
                </a:lnTo>
                <a:lnTo>
                  <a:pt x="189348" y="1412"/>
                </a:lnTo>
                <a:lnTo>
                  <a:pt x="1686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49D3560D-0E58-0DD2-3261-0797A8F4B7BD}"/>
              </a:ext>
            </a:extLst>
          </p:cNvPr>
          <p:cNvSpPr txBox="1"/>
          <p:nvPr/>
        </p:nvSpPr>
        <p:spPr>
          <a:xfrm>
            <a:off x="333632" y="3492019"/>
            <a:ext cx="7606258" cy="93324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1270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44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Sprint 80 Achievement</a:t>
            </a:r>
            <a:r>
              <a:rPr lang="en-US" sz="4400" b="1" spc="11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lang="en-US"/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400" b="1" spc="11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defRPr/>
            </a:pPr>
            <a:r>
              <a:rPr kumimoji="0" lang="en-US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Goal 3: </a:t>
            </a:r>
            <a:r>
              <a:rPr lang="en-GB" b="1" spc="110">
                <a:solidFill>
                  <a:srgbClr val="FFFFFF"/>
                </a:solidFill>
                <a:latin typeface="Arial"/>
                <a:cs typeface="Arial"/>
              </a:rPr>
              <a:t>Submit Report and DV Insurance APP development</a:t>
            </a:r>
          </a:p>
        </p:txBody>
      </p:sp>
      <p:sp>
        <p:nvSpPr>
          <p:cNvPr id="48" name="object 47">
            <a:extLst>
              <a:ext uri="{FF2B5EF4-FFF2-40B4-BE49-F238E27FC236}">
                <a16:creationId xmlns:a16="http://schemas.microsoft.com/office/drawing/2014/main" id="{0CEC8CAA-ACC4-E94C-B6B3-695CD6EE26EA}"/>
              </a:ext>
            </a:extLst>
          </p:cNvPr>
          <p:cNvSpPr txBox="1"/>
          <p:nvPr/>
        </p:nvSpPr>
        <p:spPr>
          <a:xfrm>
            <a:off x="482600" y="5232400"/>
            <a:ext cx="8665742" cy="8128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Dubai" panose="020B0503030403030204" pitchFamily="34" charset="-78"/>
            </a:endParaRP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90DAED2E-30BB-3B08-8DFB-4E2CD7AE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5212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9A171-8041-8CDC-8902-D88B59EA2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865D7-13CD-B705-27CD-4E89E290C3E7}"/>
              </a:ext>
            </a:extLst>
          </p:cNvPr>
          <p:cNvSpPr txBox="1">
            <a:spLocks/>
          </p:cNvSpPr>
          <p:nvPr/>
        </p:nvSpPr>
        <p:spPr>
          <a:xfrm>
            <a:off x="487013" y="127805"/>
            <a:ext cx="11074366" cy="926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2400" b="1">
                <a:solidFill>
                  <a:srgbClr val="00A36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Team progressed on the committed items under Goal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D4C538-F6F5-5A68-9ACD-75B440250349}"/>
              </a:ext>
            </a:extLst>
          </p:cNvPr>
          <p:cNvSpPr/>
          <p:nvPr/>
        </p:nvSpPr>
        <p:spPr>
          <a:xfrm>
            <a:off x="487013" y="800075"/>
            <a:ext cx="10986301" cy="685607"/>
          </a:xfrm>
          <a:prstGeom prst="rect">
            <a:avLst/>
          </a:prstGeom>
          <a:solidFill>
            <a:srgbClr val="0076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2"/>
            <a:r>
              <a:rPr lang="en-GB" sz="1400" b="1" spc="110">
                <a:solidFill>
                  <a:srgbClr val="FFFFFF"/>
                </a:solidFill>
                <a:latin typeface="Arial"/>
                <a:cs typeface="Arial"/>
              </a:rPr>
              <a:t>Submit Report and DV Insurance APP development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1E61EE-97A3-CA2B-7392-2BF045C23ACE}"/>
              </a:ext>
            </a:extLst>
          </p:cNvPr>
          <p:cNvCxnSpPr/>
          <p:nvPr/>
        </p:nvCxnSpPr>
        <p:spPr>
          <a:xfrm>
            <a:off x="1289785" y="1018291"/>
            <a:ext cx="0" cy="548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Target with solid fill">
            <a:extLst>
              <a:ext uri="{FF2B5EF4-FFF2-40B4-BE49-F238E27FC236}">
                <a16:creationId xmlns:a16="http://schemas.microsoft.com/office/drawing/2014/main" id="{AC2FF5B1-C531-4CB2-8119-7E84ADCDA3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3277" y="993316"/>
            <a:ext cx="550244" cy="550244"/>
          </a:xfrm>
          <a:prstGeom prst="rect">
            <a:avLst/>
          </a:prstGeom>
        </p:spPr>
      </p:pic>
      <p:sp>
        <p:nvSpPr>
          <p:cNvPr id="14" name="Slide Number Placeholder 46">
            <a:extLst>
              <a:ext uri="{FF2B5EF4-FFF2-40B4-BE49-F238E27FC236}">
                <a16:creationId xmlns:a16="http://schemas.microsoft.com/office/drawing/2014/main" id="{E345E612-6DFD-BE72-497A-2E394284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712625F4-F323-FDA2-0E80-57805CF51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72504"/>
              </p:ext>
            </p:extLst>
          </p:nvPr>
        </p:nvGraphicFramePr>
        <p:xfrm>
          <a:off x="487012" y="1489067"/>
          <a:ext cx="10986301" cy="5123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>
                  <a:extLst>
                    <a:ext uri="{9D8B030D-6E8A-4147-A177-3AD203B41FA5}">
                      <a16:colId xmlns:a16="http://schemas.microsoft.com/office/drawing/2014/main" val="3065970671"/>
                    </a:ext>
                  </a:extLst>
                </a:gridCol>
                <a:gridCol w="5374640">
                  <a:extLst>
                    <a:ext uri="{9D8B030D-6E8A-4147-A177-3AD203B41FA5}">
                      <a16:colId xmlns:a16="http://schemas.microsoft.com/office/drawing/2014/main" val="2724941581"/>
                    </a:ext>
                  </a:extLst>
                </a:gridCol>
                <a:gridCol w="1174242">
                  <a:extLst>
                    <a:ext uri="{9D8B030D-6E8A-4147-A177-3AD203B41FA5}">
                      <a16:colId xmlns:a16="http://schemas.microsoft.com/office/drawing/2014/main" val="1351413693"/>
                    </a:ext>
                  </a:extLst>
                </a:gridCol>
                <a:gridCol w="3920998">
                  <a:extLst>
                    <a:ext uri="{9D8B030D-6E8A-4147-A177-3AD203B41FA5}">
                      <a16:colId xmlns:a16="http://schemas.microsoft.com/office/drawing/2014/main" val="3797513455"/>
                    </a:ext>
                  </a:extLst>
                </a:gridCol>
              </a:tblGrid>
              <a:tr h="379257"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Item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Status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Comments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640909"/>
                  </a:ext>
                </a:extLst>
              </a:tr>
              <a:tr h="711110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Developing API component for DV Insurance APP [Part 1]</a:t>
                      </a:r>
                      <a:endParaRPr lang="en-GB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083740"/>
                  </a:ext>
                </a:extLst>
              </a:tr>
              <a:tr h="711110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Submit report Implementation [Frontend]</a:t>
                      </a:r>
                      <a:endParaRPr lang="en-GB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50577"/>
                  </a:ext>
                </a:extLst>
              </a:tr>
              <a:tr h="711110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Submit report Implementation [Backend]</a:t>
                      </a:r>
                      <a:endParaRPr lang="en-GB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143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166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6E09-DBF6-CF22-B8E5-E746A1870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D1A2E5-61EA-7F7B-BC97-277CFEABA5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298A688-C0CA-B106-5157-0698B072C9D8}"/>
              </a:ext>
            </a:extLst>
          </p:cNvPr>
          <p:cNvSpPr/>
          <p:nvPr/>
        </p:nvSpPr>
        <p:spPr>
          <a:xfrm>
            <a:off x="1104534" y="406855"/>
            <a:ext cx="457687" cy="162576"/>
          </a:xfrm>
          <a:custGeom>
            <a:avLst/>
            <a:gdLst/>
            <a:ahLst/>
            <a:cxnLst/>
            <a:rect l="l" t="t" r="r" b="b"/>
            <a:pathLst>
              <a:path w="457687" h="162576">
                <a:moveTo>
                  <a:pt x="111153" y="110803"/>
                </a:moveTo>
                <a:lnTo>
                  <a:pt x="79853" y="110803"/>
                </a:lnTo>
                <a:lnTo>
                  <a:pt x="88133" y="121015"/>
                </a:lnTo>
                <a:lnTo>
                  <a:pt x="97550" y="129539"/>
                </a:lnTo>
                <a:lnTo>
                  <a:pt x="108420" y="136019"/>
                </a:lnTo>
                <a:lnTo>
                  <a:pt x="121033" y="140071"/>
                </a:lnTo>
                <a:lnTo>
                  <a:pt x="133464" y="141382"/>
                </a:lnTo>
                <a:lnTo>
                  <a:pt x="218524" y="141382"/>
                </a:lnTo>
                <a:lnTo>
                  <a:pt x="226891" y="151379"/>
                </a:lnTo>
                <a:lnTo>
                  <a:pt x="237331" y="158444"/>
                </a:lnTo>
                <a:lnTo>
                  <a:pt x="249791" y="162576"/>
                </a:lnTo>
                <a:lnTo>
                  <a:pt x="267638" y="162215"/>
                </a:lnTo>
                <a:lnTo>
                  <a:pt x="281603" y="159664"/>
                </a:lnTo>
                <a:lnTo>
                  <a:pt x="292389" y="154991"/>
                </a:lnTo>
                <a:lnTo>
                  <a:pt x="300700" y="148262"/>
                </a:lnTo>
                <a:lnTo>
                  <a:pt x="305255" y="147562"/>
                </a:lnTo>
                <a:lnTo>
                  <a:pt x="262794" y="147559"/>
                </a:lnTo>
                <a:lnTo>
                  <a:pt x="232644" y="123610"/>
                </a:lnTo>
                <a:lnTo>
                  <a:pt x="136343" y="123610"/>
                </a:lnTo>
                <a:lnTo>
                  <a:pt x="122795" y="121009"/>
                </a:lnTo>
                <a:lnTo>
                  <a:pt x="112602" y="113468"/>
                </a:lnTo>
                <a:lnTo>
                  <a:pt x="111153" y="110803"/>
                </a:lnTo>
                <a:close/>
              </a:path>
              <a:path w="457687" h="162576">
                <a:moveTo>
                  <a:pt x="302686" y="64829"/>
                </a:moveTo>
                <a:lnTo>
                  <a:pt x="253254" y="64829"/>
                </a:lnTo>
                <a:lnTo>
                  <a:pt x="270847" y="64997"/>
                </a:lnTo>
                <a:lnTo>
                  <a:pt x="281728" y="68784"/>
                </a:lnTo>
                <a:lnTo>
                  <a:pt x="290353" y="81637"/>
                </a:lnTo>
                <a:lnTo>
                  <a:pt x="294202" y="92521"/>
                </a:lnTo>
                <a:lnTo>
                  <a:pt x="294291" y="94258"/>
                </a:lnTo>
                <a:lnTo>
                  <a:pt x="293514" y="113801"/>
                </a:lnTo>
                <a:lnTo>
                  <a:pt x="263341" y="147559"/>
                </a:lnTo>
                <a:lnTo>
                  <a:pt x="262810" y="147562"/>
                </a:lnTo>
                <a:lnTo>
                  <a:pt x="305274" y="147559"/>
                </a:lnTo>
                <a:lnTo>
                  <a:pt x="345477" y="141382"/>
                </a:lnTo>
                <a:lnTo>
                  <a:pt x="404218" y="141378"/>
                </a:lnTo>
                <a:lnTo>
                  <a:pt x="418985" y="139524"/>
                </a:lnTo>
                <a:lnTo>
                  <a:pt x="431706" y="134230"/>
                </a:lnTo>
                <a:lnTo>
                  <a:pt x="441481" y="126445"/>
                </a:lnTo>
                <a:lnTo>
                  <a:pt x="404218" y="126445"/>
                </a:lnTo>
                <a:lnTo>
                  <a:pt x="390795" y="123809"/>
                </a:lnTo>
                <a:lnTo>
                  <a:pt x="390170" y="123351"/>
                </a:lnTo>
                <a:lnTo>
                  <a:pt x="314064" y="123351"/>
                </a:lnTo>
                <a:lnTo>
                  <a:pt x="315559" y="117881"/>
                </a:lnTo>
                <a:lnTo>
                  <a:pt x="315669" y="117246"/>
                </a:lnTo>
                <a:lnTo>
                  <a:pt x="316301" y="112390"/>
                </a:lnTo>
                <a:lnTo>
                  <a:pt x="316241" y="103631"/>
                </a:lnTo>
                <a:lnTo>
                  <a:pt x="315212" y="91287"/>
                </a:lnTo>
                <a:lnTo>
                  <a:pt x="311726" y="78849"/>
                </a:lnTo>
                <a:lnTo>
                  <a:pt x="305961" y="68057"/>
                </a:lnTo>
                <a:lnTo>
                  <a:pt x="302686" y="64829"/>
                </a:lnTo>
                <a:close/>
              </a:path>
              <a:path w="457687" h="162576">
                <a:moveTo>
                  <a:pt x="442681" y="40921"/>
                </a:moveTo>
                <a:lnTo>
                  <a:pt x="395288" y="40921"/>
                </a:lnTo>
                <a:lnTo>
                  <a:pt x="412385" y="42312"/>
                </a:lnTo>
                <a:lnTo>
                  <a:pt x="424750" y="47822"/>
                </a:lnTo>
                <a:lnTo>
                  <a:pt x="432824" y="57063"/>
                </a:lnTo>
                <a:lnTo>
                  <a:pt x="437047" y="69649"/>
                </a:lnTo>
                <a:lnTo>
                  <a:pt x="436310" y="88762"/>
                </a:lnTo>
                <a:lnTo>
                  <a:pt x="418235" y="123749"/>
                </a:lnTo>
                <a:lnTo>
                  <a:pt x="404218" y="126445"/>
                </a:lnTo>
                <a:lnTo>
                  <a:pt x="441481" y="126445"/>
                </a:lnTo>
                <a:lnTo>
                  <a:pt x="442159" y="125904"/>
                </a:lnTo>
                <a:lnTo>
                  <a:pt x="450122" y="114951"/>
                </a:lnTo>
                <a:lnTo>
                  <a:pt x="455372" y="101778"/>
                </a:lnTo>
                <a:lnTo>
                  <a:pt x="457687" y="86790"/>
                </a:lnTo>
                <a:lnTo>
                  <a:pt x="456331" y="70588"/>
                </a:lnTo>
                <a:lnTo>
                  <a:pt x="456209" y="69649"/>
                </a:lnTo>
                <a:lnTo>
                  <a:pt x="452057" y="55354"/>
                </a:lnTo>
                <a:lnTo>
                  <a:pt x="445243" y="43456"/>
                </a:lnTo>
                <a:lnTo>
                  <a:pt x="442681" y="40921"/>
                </a:lnTo>
                <a:close/>
              </a:path>
              <a:path w="457687" h="162576">
                <a:moveTo>
                  <a:pt x="182460" y="24458"/>
                </a:moveTo>
                <a:lnTo>
                  <a:pt x="164436" y="24458"/>
                </a:lnTo>
                <a:lnTo>
                  <a:pt x="164369" y="100350"/>
                </a:lnTo>
                <a:lnTo>
                  <a:pt x="163140" y="108170"/>
                </a:lnTo>
                <a:lnTo>
                  <a:pt x="160179" y="113801"/>
                </a:lnTo>
                <a:lnTo>
                  <a:pt x="156963" y="120003"/>
                </a:lnTo>
                <a:lnTo>
                  <a:pt x="149754" y="123610"/>
                </a:lnTo>
                <a:lnTo>
                  <a:pt x="232644" y="123610"/>
                </a:lnTo>
                <a:lnTo>
                  <a:pt x="232586" y="123351"/>
                </a:lnTo>
                <a:lnTo>
                  <a:pt x="177568" y="123351"/>
                </a:lnTo>
                <a:lnTo>
                  <a:pt x="181058" y="112390"/>
                </a:lnTo>
                <a:lnTo>
                  <a:pt x="182315" y="99918"/>
                </a:lnTo>
                <a:lnTo>
                  <a:pt x="182442" y="64829"/>
                </a:lnTo>
                <a:lnTo>
                  <a:pt x="182460" y="24458"/>
                </a:lnTo>
                <a:close/>
              </a:path>
              <a:path w="457687" h="162576">
                <a:moveTo>
                  <a:pt x="103378" y="0"/>
                </a:moveTo>
                <a:lnTo>
                  <a:pt x="48781" y="0"/>
                </a:lnTo>
                <a:lnTo>
                  <a:pt x="35457" y="1923"/>
                </a:lnTo>
                <a:lnTo>
                  <a:pt x="6958" y="27819"/>
                </a:lnTo>
                <a:lnTo>
                  <a:pt x="0" y="58967"/>
                </a:lnTo>
                <a:lnTo>
                  <a:pt x="1331" y="75544"/>
                </a:lnTo>
                <a:lnTo>
                  <a:pt x="20256" y="113586"/>
                </a:lnTo>
                <a:lnTo>
                  <a:pt x="42039" y="123433"/>
                </a:lnTo>
                <a:lnTo>
                  <a:pt x="57974" y="122108"/>
                </a:lnTo>
                <a:lnTo>
                  <a:pt x="70439" y="117881"/>
                </a:lnTo>
                <a:lnTo>
                  <a:pt x="79853" y="110803"/>
                </a:lnTo>
                <a:lnTo>
                  <a:pt x="111153" y="110803"/>
                </a:lnTo>
                <a:lnTo>
                  <a:pt x="109722" y="108170"/>
                </a:lnTo>
                <a:lnTo>
                  <a:pt x="61047" y="108159"/>
                </a:lnTo>
                <a:lnTo>
                  <a:pt x="45745" y="106450"/>
                </a:lnTo>
                <a:lnTo>
                  <a:pt x="33819" y="100350"/>
                </a:lnTo>
                <a:lnTo>
                  <a:pt x="25264" y="90664"/>
                </a:lnTo>
                <a:lnTo>
                  <a:pt x="20005" y="78268"/>
                </a:lnTo>
                <a:lnTo>
                  <a:pt x="17917" y="63915"/>
                </a:lnTo>
                <a:lnTo>
                  <a:pt x="19631" y="46656"/>
                </a:lnTo>
                <a:lnTo>
                  <a:pt x="24561" y="32334"/>
                </a:lnTo>
                <a:lnTo>
                  <a:pt x="32300" y="21598"/>
                </a:lnTo>
                <a:lnTo>
                  <a:pt x="42442" y="15098"/>
                </a:lnTo>
                <a:lnTo>
                  <a:pt x="84832" y="13385"/>
                </a:lnTo>
                <a:lnTo>
                  <a:pt x="103385" y="13385"/>
                </a:lnTo>
                <a:lnTo>
                  <a:pt x="103378" y="0"/>
                </a:lnTo>
                <a:close/>
              </a:path>
              <a:path w="457687" h="162576">
                <a:moveTo>
                  <a:pt x="272814" y="47847"/>
                </a:moveTo>
                <a:lnTo>
                  <a:pt x="232245" y="55763"/>
                </a:lnTo>
                <a:lnTo>
                  <a:pt x="209224" y="96906"/>
                </a:lnTo>
                <a:lnTo>
                  <a:pt x="209233" y="106373"/>
                </a:lnTo>
                <a:lnTo>
                  <a:pt x="209353" y="113801"/>
                </a:lnTo>
                <a:lnTo>
                  <a:pt x="210682" y="122880"/>
                </a:lnTo>
                <a:lnTo>
                  <a:pt x="180399" y="123351"/>
                </a:lnTo>
                <a:lnTo>
                  <a:pt x="232586" y="123351"/>
                </a:lnTo>
                <a:lnTo>
                  <a:pt x="230453" y="113801"/>
                </a:lnTo>
                <a:lnTo>
                  <a:pt x="231000" y="96906"/>
                </a:lnTo>
                <a:lnTo>
                  <a:pt x="233343" y="85086"/>
                </a:lnTo>
                <a:lnTo>
                  <a:pt x="243201" y="71539"/>
                </a:lnTo>
                <a:lnTo>
                  <a:pt x="253254" y="64829"/>
                </a:lnTo>
                <a:lnTo>
                  <a:pt x="302686" y="64829"/>
                </a:lnTo>
                <a:lnTo>
                  <a:pt x="295591" y="57834"/>
                </a:lnTo>
                <a:lnTo>
                  <a:pt x="284644" y="51245"/>
                </a:lnTo>
                <a:lnTo>
                  <a:pt x="272814" y="47847"/>
                </a:lnTo>
                <a:close/>
              </a:path>
              <a:path w="457687" h="162576">
                <a:moveTo>
                  <a:pt x="404474" y="24716"/>
                </a:moveTo>
                <a:lnTo>
                  <a:pt x="366054" y="40002"/>
                </a:lnTo>
                <a:lnTo>
                  <a:pt x="350378" y="77989"/>
                </a:lnTo>
                <a:lnTo>
                  <a:pt x="350274" y="78849"/>
                </a:lnTo>
                <a:lnTo>
                  <a:pt x="351159" y="94258"/>
                </a:lnTo>
                <a:lnTo>
                  <a:pt x="354022" y="106989"/>
                </a:lnTo>
                <a:lnTo>
                  <a:pt x="358806" y="117426"/>
                </a:lnTo>
                <a:lnTo>
                  <a:pt x="345477" y="123351"/>
                </a:lnTo>
                <a:lnTo>
                  <a:pt x="390170" y="123351"/>
                </a:lnTo>
                <a:lnTo>
                  <a:pt x="380507" y="116276"/>
                </a:lnTo>
                <a:lnTo>
                  <a:pt x="373673" y="104407"/>
                </a:lnTo>
                <a:lnTo>
                  <a:pt x="370616" y="88762"/>
                </a:lnTo>
                <a:lnTo>
                  <a:pt x="372119" y="70588"/>
                </a:lnTo>
                <a:lnTo>
                  <a:pt x="376766" y="56458"/>
                </a:lnTo>
                <a:lnTo>
                  <a:pt x="384506" y="46519"/>
                </a:lnTo>
                <a:lnTo>
                  <a:pt x="395288" y="40921"/>
                </a:lnTo>
                <a:lnTo>
                  <a:pt x="442681" y="40921"/>
                </a:lnTo>
                <a:lnTo>
                  <a:pt x="436018" y="34328"/>
                </a:lnTo>
                <a:lnTo>
                  <a:pt x="424575" y="28137"/>
                </a:lnTo>
                <a:lnTo>
                  <a:pt x="411107" y="25049"/>
                </a:lnTo>
                <a:lnTo>
                  <a:pt x="404474" y="24716"/>
                </a:lnTo>
                <a:close/>
              </a:path>
              <a:path w="457687" h="162576">
                <a:moveTo>
                  <a:pt x="103385" y="13385"/>
                </a:moveTo>
                <a:lnTo>
                  <a:pt x="84832" y="13385"/>
                </a:lnTo>
                <a:lnTo>
                  <a:pt x="84832" y="58967"/>
                </a:lnTo>
                <a:lnTo>
                  <a:pt x="83109" y="77989"/>
                </a:lnTo>
                <a:lnTo>
                  <a:pt x="78587" y="92521"/>
                </a:lnTo>
                <a:lnTo>
                  <a:pt x="71267" y="102576"/>
                </a:lnTo>
                <a:lnTo>
                  <a:pt x="61149" y="108170"/>
                </a:lnTo>
                <a:lnTo>
                  <a:pt x="109722" y="108170"/>
                </a:lnTo>
                <a:lnTo>
                  <a:pt x="106058" y="101430"/>
                </a:lnTo>
                <a:lnTo>
                  <a:pt x="103419" y="85224"/>
                </a:lnTo>
                <a:lnTo>
                  <a:pt x="103385" y="133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658DC32-5EE3-B627-B20E-8DAD1C940D4A}"/>
              </a:ext>
            </a:extLst>
          </p:cNvPr>
          <p:cNvSpPr/>
          <p:nvPr/>
        </p:nvSpPr>
        <p:spPr>
          <a:xfrm>
            <a:off x="1562340" y="381613"/>
            <a:ext cx="131860" cy="208854"/>
          </a:xfrm>
          <a:custGeom>
            <a:avLst/>
            <a:gdLst/>
            <a:ahLst/>
            <a:cxnLst/>
            <a:rect l="l" t="t" r="r" b="b"/>
            <a:pathLst>
              <a:path w="131860" h="208854">
                <a:moveTo>
                  <a:pt x="54081" y="49701"/>
                </a:moveTo>
                <a:lnTo>
                  <a:pt x="36051" y="49701"/>
                </a:lnTo>
                <a:lnTo>
                  <a:pt x="35999" y="148592"/>
                </a:lnTo>
                <a:lnTo>
                  <a:pt x="34220" y="166001"/>
                </a:lnTo>
                <a:lnTo>
                  <a:pt x="28740" y="178972"/>
                </a:lnTo>
                <a:lnTo>
                  <a:pt x="19628" y="187276"/>
                </a:lnTo>
                <a:lnTo>
                  <a:pt x="6900" y="191194"/>
                </a:lnTo>
                <a:lnTo>
                  <a:pt x="0" y="208854"/>
                </a:lnTo>
                <a:lnTo>
                  <a:pt x="38839" y="194028"/>
                </a:lnTo>
                <a:lnTo>
                  <a:pt x="51351" y="170892"/>
                </a:lnTo>
                <a:lnTo>
                  <a:pt x="96574" y="166622"/>
                </a:lnTo>
                <a:lnTo>
                  <a:pt x="110460" y="163769"/>
                </a:lnTo>
                <a:lnTo>
                  <a:pt x="120896" y="156880"/>
                </a:lnTo>
                <a:lnTo>
                  <a:pt x="126147" y="148592"/>
                </a:lnTo>
                <a:lnTo>
                  <a:pt x="54081" y="148592"/>
                </a:lnTo>
                <a:lnTo>
                  <a:pt x="54081" y="49701"/>
                </a:lnTo>
                <a:close/>
              </a:path>
              <a:path w="131860" h="208854">
                <a:moveTo>
                  <a:pt x="131860" y="0"/>
                </a:moveTo>
                <a:lnTo>
                  <a:pt x="113836" y="0"/>
                </a:lnTo>
                <a:lnTo>
                  <a:pt x="113836" y="125162"/>
                </a:lnTo>
                <a:lnTo>
                  <a:pt x="112549" y="133399"/>
                </a:lnTo>
                <a:lnTo>
                  <a:pt x="109973" y="138035"/>
                </a:lnTo>
                <a:lnTo>
                  <a:pt x="106898" y="144186"/>
                </a:lnTo>
                <a:lnTo>
                  <a:pt x="101177" y="147685"/>
                </a:lnTo>
                <a:lnTo>
                  <a:pt x="92701" y="148592"/>
                </a:lnTo>
                <a:lnTo>
                  <a:pt x="126147" y="148592"/>
                </a:lnTo>
                <a:lnTo>
                  <a:pt x="127876" y="145864"/>
                </a:lnTo>
                <a:lnTo>
                  <a:pt x="131397" y="130728"/>
                </a:lnTo>
                <a:lnTo>
                  <a:pt x="1318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03C0873-2144-C119-9C9E-A2FCFB72DCC1}"/>
              </a:ext>
            </a:extLst>
          </p:cNvPr>
          <p:cNvSpPr/>
          <p:nvPr/>
        </p:nvSpPr>
        <p:spPr>
          <a:xfrm>
            <a:off x="1737734" y="381612"/>
            <a:ext cx="0" cy="166622"/>
          </a:xfrm>
          <a:custGeom>
            <a:avLst/>
            <a:gdLst/>
            <a:ahLst/>
            <a:cxnLst/>
            <a:rect l="l" t="t" r="r" b="b"/>
            <a:pathLst>
              <a:path h="166622">
                <a:moveTo>
                  <a:pt x="0" y="0"/>
                </a:moveTo>
                <a:lnTo>
                  <a:pt x="0" y="166622"/>
                </a:lnTo>
              </a:path>
            </a:pathLst>
          </a:custGeom>
          <a:ln w="192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CEDB46D-B0E5-38B2-4FFC-F46677A46620}"/>
              </a:ext>
            </a:extLst>
          </p:cNvPr>
          <p:cNvSpPr/>
          <p:nvPr/>
        </p:nvSpPr>
        <p:spPr>
          <a:xfrm>
            <a:off x="1808405" y="406853"/>
            <a:ext cx="184060" cy="141382"/>
          </a:xfrm>
          <a:custGeom>
            <a:avLst/>
            <a:gdLst/>
            <a:ahLst/>
            <a:cxnLst/>
            <a:rect l="l" t="t" r="r" b="b"/>
            <a:pathLst>
              <a:path w="184060" h="141382">
                <a:moveTo>
                  <a:pt x="111213" y="110805"/>
                </a:moveTo>
                <a:lnTo>
                  <a:pt x="79915" y="110805"/>
                </a:lnTo>
                <a:lnTo>
                  <a:pt x="88155" y="121040"/>
                </a:lnTo>
                <a:lnTo>
                  <a:pt x="97560" y="129583"/>
                </a:lnTo>
                <a:lnTo>
                  <a:pt x="108420" y="136064"/>
                </a:lnTo>
                <a:lnTo>
                  <a:pt x="121024" y="140116"/>
                </a:lnTo>
                <a:lnTo>
                  <a:pt x="137483" y="141382"/>
                </a:lnTo>
                <a:lnTo>
                  <a:pt x="146206" y="141382"/>
                </a:lnTo>
                <a:lnTo>
                  <a:pt x="160737" y="139277"/>
                </a:lnTo>
                <a:lnTo>
                  <a:pt x="171766" y="132971"/>
                </a:lnTo>
                <a:lnTo>
                  <a:pt x="178481" y="123612"/>
                </a:lnTo>
                <a:lnTo>
                  <a:pt x="136390" y="123610"/>
                </a:lnTo>
                <a:lnTo>
                  <a:pt x="122862" y="121017"/>
                </a:lnTo>
                <a:lnTo>
                  <a:pt x="112673" y="113492"/>
                </a:lnTo>
                <a:lnTo>
                  <a:pt x="111213" y="110805"/>
                </a:lnTo>
                <a:close/>
              </a:path>
              <a:path w="184060" h="141382">
                <a:moveTo>
                  <a:pt x="184060" y="24461"/>
                </a:moveTo>
                <a:lnTo>
                  <a:pt x="166033" y="24461"/>
                </a:lnTo>
                <a:lnTo>
                  <a:pt x="165966" y="100351"/>
                </a:lnTo>
                <a:lnTo>
                  <a:pt x="164743" y="108173"/>
                </a:lnTo>
                <a:lnTo>
                  <a:pt x="162172" y="112798"/>
                </a:lnTo>
                <a:lnTo>
                  <a:pt x="158569" y="120009"/>
                </a:lnTo>
                <a:lnTo>
                  <a:pt x="151354" y="123610"/>
                </a:lnTo>
                <a:lnTo>
                  <a:pt x="136404" y="123612"/>
                </a:lnTo>
                <a:lnTo>
                  <a:pt x="178481" y="123612"/>
                </a:lnTo>
                <a:lnTo>
                  <a:pt x="179294" y="122479"/>
                </a:lnTo>
                <a:lnTo>
                  <a:pt x="183223" y="108173"/>
                </a:lnTo>
                <a:lnTo>
                  <a:pt x="183333" y="106452"/>
                </a:lnTo>
                <a:lnTo>
                  <a:pt x="184060" y="24461"/>
                </a:lnTo>
                <a:close/>
              </a:path>
              <a:path w="184060" h="141382">
                <a:moveTo>
                  <a:pt x="103440" y="0"/>
                </a:moveTo>
                <a:lnTo>
                  <a:pt x="48841" y="0"/>
                </a:lnTo>
                <a:lnTo>
                  <a:pt x="35518" y="1923"/>
                </a:lnTo>
                <a:lnTo>
                  <a:pt x="7021" y="27822"/>
                </a:lnTo>
                <a:lnTo>
                  <a:pt x="0" y="58171"/>
                </a:lnTo>
                <a:lnTo>
                  <a:pt x="1395" y="75549"/>
                </a:lnTo>
                <a:lnTo>
                  <a:pt x="20321" y="113591"/>
                </a:lnTo>
                <a:lnTo>
                  <a:pt x="42102" y="123436"/>
                </a:lnTo>
                <a:lnTo>
                  <a:pt x="58038" y="122110"/>
                </a:lnTo>
                <a:lnTo>
                  <a:pt x="70502" y="117883"/>
                </a:lnTo>
                <a:lnTo>
                  <a:pt x="79915" y="110805"/>
                </a:lnTo>
                <a:lnTo>
                  <a:pt x="111213" y="110805"/>
                </a:lnTo>
                <a:lnTo>
                  <a:pt x="109782" y="108173"/>
                </a:lnTo>
                <a:lnTo>
                  <a:pt x="61114" y="108163"/>
                </a:lnTo>
                <a:lnTo>
                  <a:pt x="45803" y="106452"/>
                </a:lnTo>
                <a:lnTo>
                  <a:pt x="33879" y="100351"/>
                </a:lnTo>
                <a:lnTo>
                  <a:pt x="25334" y="90685"/>
                </a:lnTo>
                <a:lnTo>
                  <a:pt x="20068" y="78267"/>
                </a:lnTo>
                <a:lnTo>
                  <a:pt x="17981" y="63912"/>
                </a:lnTo>
                <a:lnTo>
                  <a:pt x="19696" y="46655"/>
                </a:lnTo>
                <a:lnTo>
                  <a:pt x="24626" y="32333"/>
                </a:lnTo>
                <a:lnTo>
                  <a:pt x="32365" y="21598"/>
                </a:lnTo>
                <a:lnTo>
                  <a:pt x="42508" y="15099"/>
                </a:lnTo>
                <a:lnTo>
                  <a:pt x="84890" y="13388"/>
                </a:lnTo>
                <a:lnTo>
                  <a:pt x="103446" y="13388"/>
                </a:lnTo>
                <a:lnTo>
                  <a:pt x="103440" y="0"/>
                </a:lnTo>
                <a:close/>
              </a:path>
              <a:path w="184060" h="141382">
                <a:moveTo>
                  <a:pt x="103446" y="13388"/>
                </a:moveTo>
                <a:lnTo>
                  <a:pt x="84890" y="13388"/>
                </a:lnTo>
                <a:lnTo>
                  <a:pt x="84890" y="58971"/>
                </a:lnTo>
                <a:lnTo>
                  <a:pt x="83168" y="77993"/>
                </a:lnTo>
                <a:lnTo>
                  <a:pt x="78647" y="92524"/>
                </a:lnTo>
                <a:lnTo>
                  <a:pt x="71327" y="102580"/>
                </a:lnTo>
                <a:lnTo>
                  <a:pt x="61207" y="108173"/>
                </a:lnTo>
                <a:lnTo>
                  <a:pt x="109782" y="108173"/>
                </a:lnTo>
                <a:lnTo>
                  <a:pt x="106118" y="101431"/>
                </a:lnTo>
                <a:lnTo>
                  <a:pt x="103480" y="85226"/>
                </a:lnTo>
                <a:lnTo>
                  <a:pt x="103446" y="13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A32B1D5-0735-79F9-16ED-627C6505C038}"/>
              </a:ext>
            </a:extLst>
          </p:cNvPr>
          <p:cNvSpPr/>
          <p:nvPr/>
        </p:nvSpPr>
        <p:spPr>
          <a:xfrm>
            <a:off x="2013349" y="381613"/>
            <a:ext cx="323744" cy="208854"/>
          </a:xfrm>
          <a:custGeom>
            <a:avLst/>
            <a:gdLst/>
            <a:ahLst/>
            <a:cxnLst/>
            <a:rect l="l" t="t" r="r" b="b"/>
            <a:pathLst>
              <a:path w="323744" h="208854">
                <a:moveTo>
                  <a:pt x="58693" y="49810"/>
                </a:moveTo>
                <a:lnTo>
                  <a:pt x="20859" y="60460"/>
                </a:lnTo>
                <a:lnTo>
                  <a:pt x="1194" y="95284"/>
                </a:lnTo>
                <a:lnTo>
                  <a:pt x="0" y="106982"/>
                </a:lnTo>
                <a:lnTo>
                  <a:pt x="1082" y="121281"/>
                </a:lnTo>
                <a:lnTo>
                  <a:pt x="20768" y="156056"/>
                </a:lnTo>
                <a:lnTo>
                  <a:pt x="77505" y="166622"/>
                </a:lnTo>
                <a:lnTo>
                  <a:pt x="71502" y="179853"/>
                </a:lnTo>
                <a:lnTo>
                  <a:pt x="61835" y="188190"/>
                </a:lnTo>
                <a:lnTo>
                  <a:pt x="48552" y="191535"/>
                </a:lnTo>
                <a:lnTo>
                  <a:pt x="43767" y="191601"/>
                </a:lnTo>
                <a:lnTo>
                  <a:pt x="43767" y="208854"/>
                </a:lnTo>
                <a:lnTo>
                  <a:pt x="82421" y="194030"/>
                </a:lnTo>
                <a:lnTo>
                  <a:pt x="95083" y="170898"/>
                </a:lnTo>
                <a:lnTo>
                  <a:pt x="100693" y="166622"/>
                </a:lnTo>
                <a:lnTo>
                  <a:pt x="285883" y="166622"/>
                </a:lnTo>
                <a:lnTo>
                  <a:pt x="300418" y="164517"/>
                </a:lnTo>
                <a:lnTo>
                  <a:pt x="311449" y="158212"/>
                </a:lnTo>
                <a:lnTo>
                  <a:pt x="318166" y="148852"/>
                </a:lnTo>
                <a:lnTo>
                  <a:pt x="49689" y="148852"/>
                </a:lnTo>
                <a:lnTo>
                  <a:pt x="37331" y="145853"/>
                </a:lnTo>
                <a:lnTo>
                  <a:pt x="27497" y="136853"/>
                </a:lnTo>
                <a:lnTo>
                  <a:pt x="21438" y="124489"/>
                </a:lnTo>
                <a:lnTo>
                  <a:pt x="18810" y="112532"/>
                </a:lnTo>
                <a:lnTo>
                  <a:pt x="19786" y="97362"/>
                </a:lnTo>
                <a:lnTo>
                  <a:pt x="23228" y="86057"/>
                </a:lnTo>
                <a:lnTo>
                  <a:pt x="33603" y="73088"/>
                </a:lnTo>
                <a:lnTo>
                  <a:pt x="43631" y="67157"/>
                </a:lnTo>
                <a:lnTo>
                  <a:pt x="88823" y="67157"/>
                </a:lnTo>
                <a:lnTo>
                  <a:pt x="83147" y="59996"/>
                </a:lnTo>
                <a:lnTo>
                  <a:pt x="72197" y="53166"/>
                </a:lnTo>
                <a:lnTo>
                  <a:pt x="58693" y="49810"/>
                </a:lnTo>
                <a:close/>
              </a:path>
              <a:path w="323744" h="208854">
                <a:moveTo>
                  <a:pt x="88823" y="67157"/>
                </a:moveTo>
                <a:lnTo>
                  <a:pt x="43631" y="67157"/>
                </a:lnTo>
                <a:lnTo>
                  <a:pt x="59964" y="67954"/>
                </a:lnTo>
                <a:lnTo>
                  <a:pt x="69744" y="72411"/>
                </a:lnTo>
                <a:lnTo>
                  <a:pt x="77244" y="80354"/>
                </a:lnTo>
                <a:lnTo>
                  <a:pt x="79563" y="86787"/>
                </a:lnTo>
                <a:lnTo>
                  <a:pt x="79563" y="148592"/>
                </a:lnTo>
                <a:lnTo>
                  <a:pt x="49689" y="148852"/>
                </a:lnTo>
                <a:lnTo>
                  <a:pt x="98106" y="148852"/>
                </a:lnTo>
                <a:lnTo>
                  <a:pt x="98106" y="100952"/>
                </a:lnTo>
                <a:lnTo>
                  <a:pt x="96358" y="83928"/>
                </a:lnTo>
                <a:lnTo>
                  <a:pt x="91286" y="70263"/>
                </a:lnTo>
                <a:lnTo>
                  <a:pt x="88823" y="67157"/>
                </a:lnTo>
                <a:close/>
              </a:path>
              <a:path w="323744" h="208854">
                <a:moveTo>
                  <a:pt x="182293" y="63154"/>
                </a:moveTo>
                <a:lnTo>
                  <a:pt x="144106" y="79823"/>
                </a:lnTo>
                <a:lnTo>
                  <a:pt x="133651" y="105218"/>
                </a:lnTo>
                <a:lnTo>
                  <a:pt x="134225" y="121281"/>
                </a:lnTo>
                <a:lnTo>
                  <a:pt x="134288" y="122038"/>
                </a:lnTo>
                <a:lnTo>
                  <a:pt x="136834" y="134467"/>
                </a:lnTo>
                <a:lnTo>
                  <a:pt x="141351" y="144216"/>
                </a:lnTo>
                <a:lnTo>
                  <a:pt x="131583" y="148852"/>
                </a:lnTo>
                <a:lnTo>
                  <a:pt x="278596" y="148852"/>
                </a:lnTo>
                <a:lnTo>
                  <a:pt x="278596" y="148592"/>
                </a:lnTo>
                <a:lnTo>
                  <a:pt x="179502" y="148592"/>
                </a:lnTo>
                <a:lnTo>
                  <a:pt x="166253" y="145244"/>
                </a:lnTo>
                <a:lnTo>
                  <a:pt x="157120" y="135995"/>
                </a:lnTo>
                <a:lnTo>
                  <a:pt x="152473" y="122038"/>
                </a:lnTo>
                <a:lnTo>
                  <a:pt x="153900" y="102874"/>
                </a:lnTo>
                <a:lnTo>
                  <a:pt x="158828" y="89373"/>
                </a:lnTo>
                <a:lnTo>
                  <a:pt x="167083" y="81217"/>
                </a:lnTo>
                <a:lnTo>
                  <a:pt x="178493" y="78087"/>
                </a:lnTo>
                <a:lnTo>
                  <a:pt x="212161" y="78087"/>
                </a:lnTo>
                <a:lnTo>
                  <a:pt x="205007" y="70712"/>
                </a:lnTo>
                <a:lnTo>
                  <a:pt x="194543" y="65326"/>
                </a:lnTo>
                <a:lnTo>
                  <a:pt x="182293" y="63154"/>
                </a:lnTo>
                <a:close/>
              </a:path>
              <a:path w="323744" h="208854">
                <a:moveTo>
                  <a:pt x="323744" y="0"/>
                </a:moveTo>
                <a:lnTo>
                  <a:pt x="305721" y="0"/>
                </a:lnTo>
                <a:lnTo>
                  <a:pt x="305721" y="125162"/>
                </a:lnTo>
                <a:lnTo>
                  <a:pt x="304433" y="133399"/>
                </a:lnTo>
                <a:lnTo>
                  <a:pt x="301853" y="138035"/>
                </a:lnTo>
                <a:lnTo>
                  <a:pt x="298250" y="145249"/>
                </a:lnTo>
                <a:lnTo>
                  <a:pt x="291034" y="148852"/>
                </a:lnTo>
                <a:lnTo>
                  <a:pt x="318166" y="148852"/>
                </a:lnTo>
                <a:lnTo>
                  <a:pt x="318978" y="147721"/>
                </a:lnTo>
                <a:lnTo>
                  <a:pt x="322912" y="133399"/>
                </a:lnTo>
                <a:lnTo>
                  <a:pt x="323014" y="131339"/>
                </a:lnTo>
                <a:lnTo>
                  <a:pt x="323744" y="0"/>
                </a:lnTo>
                <a:close/>
              </a:path>
              <a:path w="323744" h="208854">
                <a:moveTo>
                  <a:pt x="212161" y="78087"/>
                </a:moveTo>
                <a:lnTo>
                  <a:pt x="178493" y="78087"/>
                </a:lnTo>
                <a:lnTo>
                  <a:pt x="192361" y="80938"/>
                </a:lnTo>
                <a:lnTo>
                  <a:pt x="201626" y="89438"/>
                </a:lnTo>
                <a:lnTo>
                  <a:pt x="206085" y="102874"/>
                </a:lnTo>
                <a:lnTo>
                  <a:pt x="206132" y="105218"/>
                </a:lnTo>
                <a:lnTo>
                  <a:pt x="205007" y="123637"/>
                </a:lnTo>
                <a:lnTo>
                  <a:pt x="200512" y="137436"/>
                </a:lnTo>
                <a:lnTo>
                  <a:pt x="192783" y="145487"/>
                </a:lnTo>
                <a:lnTo>
                  <a:pt x="181847" y="148522"/>
                </a:lnTo>
                <a:lnTo>
                  <a:pt x="179502" y="148592"/>
                </a:lnTo>
                <a:lnTo>
                  <a:pt x="213237" y="148592"/>
                </a:lnTo>
                <a:lnTo>
                  <a:pt x="220001" y="138302"/>
                </a:lnTo>
                <a:lnTo>
                  <a:pt x="224057" y="126240"/>
                </a:lnTo>
                <a:lnTo>
                  <a:pt x="223210" y="107074"/>
                </a:lnTo>
                <a:lnTo>
                  <a:pt x="219659" y="91797"/>
                </a:lnTo>
                <a:lnTo>
                  <a:pt x="219561" y="91439"/>
                </a:lnTo>
                <a:lnTo>
                  <a:pt x="213438" y="79403"/>
                </a:lnTo>
                <a:lnTo>
                  <a:pt x="212161" y="78087"/>
                </a:lnTo>
                <a:close/>
              </a:path>
              <a:path w="323744" h="208854">
                <a:moveTo>
                  <a:pt x="193071" y="24754"/>
                </a:moveTo>
                <a:lnTo>
                  <a:pt x="192896" y="43263"/>
                </a:lnTo>
                <a:lnTo>
                  <a:pt x="204700" y="47742"/>
                </a:lnTo>
                <a:lnTo>
                  <a:pt x="215776" y="54104"/>
                </a:lnTo>
                <a:lnTo>
                  <a:pt x="242213" y="83249"/>
                </a:lnTo>
                <a:lnTo>
                  <a:pt x="253239" y="123637"/>
                </a:lnTo>
                <a:lnTo>
                  <a:pt x="253297" y="135995"/>
                </a:lnTo>
                <a:lnTo>
                  <a:pt x="252642" y="141905"/>
                </a:lnTo>
                <a:lnTo>
                  <a:pt x="251094" y="148592"/>
                </a:lnTo>
                <a:lnTo>
                  <a:pt x="270153" y="148592"/>
                </a:lnTo>
                <a:lnTo>
                  <a:pt x="270664" y="142930"/>
                </a:lnTo>
                <a:lnTo>
                  <a:pt x="270874" y="138302"/>
                </a:lnTo>
                <a:lnTo>
                  <a:pt x="270921" y="131339"/>
                </a:lnTo>
                <a:lnTo>
                  <a:pt x="270271" y="117369"/>
                </a:lnTo>
                <a:lnTo>
                  <a:pt x="260586" y="80236"/>
                </a:lnTo>
                <a:lnTo>
                  <a:pt x="236250" y="48238"/>
                </a:lnTo>
                <a:lnTo>
                  <a:pt x="203514" y="27707"/>
                </a:lnTo>
                <a:lnTo>
                  <a:pt x="193071" y="24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42E1969-ECB9-0BCC-0BB8-E1ABD45DC1DD}"/>
              </a:ext>
            </a:extLst>
          </p:cNvPr>
          <p:cNvSpPr/>
          <p:nvPr/>
        </p:nvSpPr>
        <p:spPr>
          <a:xfrm>
            <a:off x="2380631" y="381612"/>
            <a:ext cx="0" cy="166625"/>
          </a:xfrm>
          <a:custGeom>
            <a:avLst/>
            <a:gdLst/>
            <a:ahLst/>
            <a:cxnLst/>
            <a:rect l="l" t="t" r="r" b="b"/>
            <a:pathLst>
              <a:path h="166625">
                <a:moveTo>
                  <a:pt x="0" y="0"/>
                </a:moveTo>
                <a:lnTo>
                  <a:pt x="0" y="166625"/>
                </a:lnTo>
              </a:path>
            </a:pathLst>
          </a:custGeom>
          <a:ln w="1929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07B2E10-2BA7-DFB6-656B-ED7A13333273}"/>
              </a:ext>
            </a:extLst>
          </p:cNvPr>
          <p:cNvSpPr/>
          <p:nvPr/>
        </p:nvSpPr>
        <p:spPr>
          <a:xfrm>
            <a:off x="1141138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7BCFCF7-4764-B5CC-CD9E-A60C41194854}"/>
              </a:ext>
            </a:extLst>
          </p:cNvPr>
          <p:cNvSpPr/>
          <p:nvPr/>
        </p:nvSpPr>
        <p:spPr>
          <a:xfrm>
            <a:off x="1177524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F42656C-C2E7-7E9C-C049-38F94E4E8B0E}"/>
              </a:ext>
            </a:extLst>
          </p:cNvPr>
          <p:cNvSpPr/>
          <p:nvPr/>
        </p:nvSpPr>
        <p:spPr>
          <a:xfrm>
            <a:off x="1843862" y="364760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7999" y="0"/>
                </a:moveTo>
                <a:lnTo>
                  <a:pt x="5189" y="0"/>
                </a:lnTo>
                <a:lnTo>
                  <a:pt x="0" y="5194"/>
                </a:lnTo>
                <a:lnTo>
                  <a:pt x="0" y="18004"/>
                </a:lnTo>
                <a:lnTo>
                  <a:pt x="5189" y="23196"/>
                </a:lnTo>
                <a:lnTo>
                  <a:pt x="17999" y="23196"/>
                </a:lnTo>
                <a:lnTo>
                  <a:pt x="23194" y="18004"/>
                </a:lnTo>
                <a:lnTo>
                  <a:pt x="23194" y="5194"/>
                </a:lnTo>
                <a:lnTo>
                  <a:pt x="17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B9B6ADC-D4A7-07EE-0262-5EAC2887625D}"/>
              </a:ext>
            </a:extLst>
          </p:cNvPr>
          <p:cNvSpPr/>
          <p:nvPr/>
        </p:nvSpPr>
        <p:spPr>
          <a:xfrm>
            <a:off x="1880238" y="364760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7" y="0"/>
                </a:moveTo>
                <a:lnTo>
                  <a:pt x="5198" y="0"/>
                </a:lnTo>
                <a:lnTo>
                  <a:pt x="0" y="5194"/>
                </a:lnTo>
                <a:lnTo>
                  <a:pt x="0" y="18004"/>
                </a:lnTo>
                <a:lnTo>
                  <a:pt x="5198" y="23196"/>
                </a:lnTo>
                <a:lnTo>
                  <a:pt x="18007" y="23196"/>
                </a:lnTo>
                <a:lnTo>
                  <a:pt x="23200" y="18004"/>
                </a:lnTo>
                <a:lnTo>
                  <a:pt x="23200" y="5194"/>
                </a:lnTo>
                <a:lnTo>
                  <a:pt x="18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648C70FC-1D16-0F1A-30E3-586DA70FC6A6}"/>
              </a:ext>
            </a:extLst>
          </p:cNvPr>
          <p:cNvSpPr/>
          <p:nvPr/>
        </p:nvSpPr>
        <p:spPr>
          <a:xfrm>
            <a:off x="1479115" y="390889"/>
            <a:ext cx="23196" cy="23194"/>
          </a:xfrm>
          <a:custGeom>
            <a:avLst/>
            <a:gdLst/>
            <a:ahLst/>
            <a:cxnLst/>
            <a:rect l="l" t="t" r="r" b="b"/>
            <a:pathLst>
              <a:path w="23196" h="23194">
                <a:moveTo>
                  <a:pt x="18004" y="0"/>
                </a:moveTo>
                <a:lnTo>
                  <a:pt x="5194" y="0"/>
                </a:lnTo>
                <a:lnTo>
                  <a:pt x="0" y="5187"/>
                </a:lnTo>
                <a:lnTo>
                  <a:pt x="0" y="18000"/>
                </a:lnTo>
                <a:lnTo>
                  <a:pt x="5194" y="23194"/>
                </a:lnTo>
                <a:lnTo>
                  <a:pt x="18004" y="23194"/>
                </a:lnTo>
                <a:lnTo>
                  <a:pt x="23196" y="18000"/>
                </a:lnTo>
                <a:lnTo>
                  <a:pt x="23196" y="5187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9D53F5D-DFD8-FC44-3A03-E2A39771B969}"/>
              </a:ext>
            </a:extLst>
          </p:cNvPr>
          <p:cNvSpPr/>
          <p:nvPr/>
        </p:nvSpPr>
        <p:spPr>
          <a:xfrm>
            <a:off x="1515501" y="390889"/>
            <a:ext cx="23197" cy="23194"/>
          </a:xfrm>
          <a:custGeom>
            <a:avLst/>
            <a:gdLst/>
            <a:ahLst/>
            <a:cxnLst/>
            <a:rect l="l" t="t" r="r" b="b"/>
            <a:pathLst>
              <a:path w="23197" h="23194">
                <a:moveTo>
                  <a:pt x="18006" y="0"/>
                </a:moveTo>
                <a:lnTo>
                  <a:pt x="5193" y="0"/>
                </a:lnTo>
                <a:lnTo>
                  <a:pt x="0" y="5187"/>
                </a:lnTo>
                <a:lnTo>
                  <a:pt x="0" y="18000"/>
                </a:lnTo>
                <a:lnTo>
                  <a:pt x="5193" y="23194"/>
                </a:lnTo>
                <a:lnTo>
                  <a:pt x="18006" y="23194"/>
                </a:lnTo>
                <a:lnTo>
                  <a:pt x="23197" y="18000"/>
                </a:lnTo>
                <a:lnTo>
                  <a:pt x="23197" y="5187"/>
                </a:lnTo>
                <a:lnTo>
                  <a:pt x="18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1DC44DE-6E06-7112-8DBF-DD8061F6F153}"/>
              </a:ext>
            </a:extLst>
          </p:cNvPr>
          <p:cNvSpPr/>
          <p:nvPr/>
        </p:nvSpPr>
        <p:spPr>
          <a:xfrm>
            <a:off x="1968314" y="564443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8002" y="0"/>
                </a:moveTo>
                <a:lnTo>
                  <a:pt x="5191" y="0"/>
                </a:lnTo>
                <a:lnTo>
                  <a:pt x="0" y="5195"/>
                </a:lnTo>
                <a:lnTo>
                  <a:pt x="0" y="18002"/>
                </a:lnTo>
                <a:lnTo>
                  <a:pt x="5191" y="23196"/>
                </a:lnTo>
                <a:lnTo>
                  <a:pt x="18002" y="23196"/>
                </a:lnTo>
                <a:lnTo>
                  <a:pt x="23194" y="18002"/>
                </a:lnTo>
                <a:lnTo>
                  <a:pt x="23194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55112E1E-F15C-E479-065C-EE426E8E0994}"/>
              </a:ext>
            </a:extLst>
          </p:cNvPr>
          <p:cNvSpPr/>
          <p:nvPr/>
        </p:nvSpPr>
        <p:spPr>
          <a:xfrm>
            <a:off x="2004696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2" y="0"/>
                </a:moveTo>
                <a:lnTo>
                  <a:pt x="5195" y="0"/>
                </a:lnTo>
                <a:lnTo>
                  <a:pt x="0" y="5195"/>
                </a:lnTo>
                <a:lnTo>
                  <a:pt x="0" y="18002"/>
                </a:lnTo>
                <a:lnTo>
                  <a:pt x="5195" y="23196"/>
                </a:lnTo>
                <a:lnTo>
                  <a:pt x="18002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388F8FE-57A6-9296-FE9E-10FF9C5600D2}"/>
              </a:ext>
            </a:extLst>
          </p:cNvPr>
          <p:cNvSpPr/>
          <p:nvPr/>
        </p:nvSpPr>
        <p:spPr>
          <a:xfrm>
            <a:off x="1261482" y="564443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8" y="0"/>
                </a:moveTo>
                <a:lnTo>
                  <a:pt x="5198" y="0"/>
                </a:lnTo>
                <a:lnTo>
                  <a:pt x="0" y="5195"/>
                </a:lnTo>
                <a:lnTo>
                  <a:pt x="0" y="18002"/>
                </a:lnTo>
                <a:lnTo>
                  <a:pt x="5198" y="23196"/>
                </a:lnTo>
                <a:lnTo>
                  <a:pt x="18008" y="23196"/>
                </a:lnTo>
                <a:lnTo>
                  <a:pt x="23200" y="18002"/>
                </a:lnTo>
                <a:lnTo>
                  <a:pt x="23200" y="5195"/>
                </a:lnTo>
                <a:lnTo>
                  <a:pt x="18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734EF6D-15EC-1C77-8BEE-93BA46CF1F3E}"/>
              </a:ext>
            </a:extLst>
          </p:cNvPr>
          <p:cNvSpPr/>
          <p:nvPr/>
        </p:nvSpPr>
        <p:spPr>
          <a:xfrm>
            <a:off x="1297868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4" y="0"/>
                </a:moveTo>
                <a:lnTo>
                  <a:pt x="5194" y="0"/>
                </a:lnTo>
                <a:lnTo>
                  <a:pt x="0" y="5195"/>
                </a:lnTo>
                <a:lnTo>
                  <a:pt x="0" y="18002"/>
                </a:lnTo>
                <a:lnTo>
                  <a:pt x="5194" y="23196"/>
                </a:lnTo>
                <a:lnTo>
                  <a:pt x="18004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485A7FF8-BC8C-B903-9AB5-0AB772CBCA71}"/>
              </a:ext>
            </a:extLst>
          </p:cNvPr>
          <p:cNvSpPr/>
          <p:nvPr/>
        </p:nvSpPr>
        <p:spPr>
          <a:xfrm>
            <a:off x="1104558" y="729190"/>
            <a:ext cx="147326" cy="204603"/>
          </a:xfrm>
          <a:custGeom>
            <a:avLst/>
            <a:gdLst/>
            <a:ahLst/>
            <a:cxnLst/>
            <a:rect l="l" t="t" r="r" b="b"/>
            <a:pathLst>
              <a:path w="147326" h="204603">
                <a:moveTo>
                  <a:pt x="20818" y="0"/>
                </a:moveTo>
                <a:lnTo>
                  <a:pt x="0" y="0"/>
                </a:lnTo>
                <a:lnTo>
                  <a:pt x="39" y="144229"/>
                </a:lnTo>
                <a:lnTo>
                  <a:pt x="15522" y="182358"/>
                </a:lnTo>
                <a:lnTo>
                  <a:pt x="51944" y="202281"/>
                </a:lnTo>
                <a:lnTo>
                  <a:pt x="66099" y="204603"/>
                </a:lnTo>
                <a:lnTo>
                  <a:pt x="85513" y="203310"/>
                </a:lnTo>
                <a:lnTo>
                  <a:pt x="102190" y="199446"/>
                </a:lnTo>
                <a:lnTo>
                  <a:pt x="116174" y="193404"/>
                </a:lnTo>
                <a:lnTo>
                  <a:pt x="127511" y="185574"/>
                </a:lnTo>
                <a:lnTo>
                  <a:pt x="128686" y="184335"/>
                </a:lnTo>
                <a:lnTo>
                  <a:pt x="77232" y="184335"/>
                </a:lnTo>
                <a:lnTo>
                  <a:pt x="58234" y="182463"/>
                </a:lnTo>
                <a:lnTo>
                  <a:pt x="24750" y="159895"/>
                </a:lnTo>
                <a:lnTo>
                  <a:pt x="20818" y="144229"/>
                </a:lnTo>
                <a:lnTo>
                  <a:pt x="20818" y="0"/>
                </a:lnTo>
                <a:close/>
              </a:path>
              <a:path w="147326" h="204603">
                <a:moveTo>
                  <a:pt x="147326" y="0"/>
                </a:moveTo>
                <a:lnTo>
                  <a:pt x="126508" y="0"/>
                </a:lnTo>
                <a:lnTo>
                  <a:pt x="126446" y="144229"/>
                </a:lnTo>
                <a:lnTo>
                  <a:pt x="123734" y="157661"/>
                </a:lnTo>
                <a:lnTo>
                  <a:pt x="116216" y="168659"/>
                </a:lnTo>
                <a:lnTo>
                  <a:pt x="105157" y="176828"/>
                </a:lnTo>
                <a:lnTo>
                  <a:pt x="91761" y="182083"/>
                </a:lnTo>
                <a:lnTo>
                  <a:pt x="77232" y="184335"/>
                </a:lnTo>
                <a:lnTo>
                  <a:pt x="128686" y="184335"/>
                </a:lnTo>
                <a:lnTo>
                  <a:pt x="136250" y="176350"/>
                </a:lnTo>
                <a:lnTo>
                  <a:pt x="142434" y="166123"/>
                </a:lnTo>
                <a:lnTo>
                  <a:pt x="146111" y="155285"/>
                </a:lnTo>
                <a:lnTo>
                  <a:pt x="147326" y="144229"/>
                </a:lnTo>
                <a:lnTo>
                  <a:pt x="1473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D8025FA-ED4B-C301-0443-FA6CFEFC2169}"/>
              </a:ext>
            </a:extLst>
          </p:cNvPr>
          <p:cNvSpPr/>
          <p:nvPr/>
        </p:nvSpPr>
        <p:spPr>
          <a:xfrm>
            <a:off x="1280116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2" y="0"/>
                </a:moveTo>
                <a:lnTo>
                  <a:pt x="81587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80" y="197024"/>
                </a:lnTo>
                <a:lnTo>
                  <a:pt x="29679" y="186812"/>
                </a:lnTo>
                <a:lnTo>
                  <a:pt x="34442" y="175163"/>
                </a:lnTo>
                <a:lnTo>
                  <a:pt x="39888" y="162029"/>
                </a:lnTo>
                <a:lnTo>
                  <a:pt x="47857" y="143054"/>
                </a:lnTo>
                <a:lnTo>
                  <a:pt x="153854" y="143054"/>
                </a:lnTo>
                <a:lnTo>
                  <a:pt x="146450" y="124372"/>
                </a:lnTo>
                <a:lnTo>
                  <a:pt x="55567" y="124372"/>
                </a:lnTo>
                <a:lnTo>
                  <a:pt x="89730" y="28468"/>
                </a:lnTo>
                <a:lnTo>
                  <a:pt x="108444" y="28468"/>
                </a:lnTo>
                <a:lnTo>
                  <a:pt x="97162" y="0"/>
                </a:lnTo>
                <a:close/>
              </a:path>
              <a:path w="178739" h="205849">
                <a:moveTo>
                  <a:pt x="153854" y="143054"/>
                </a:moveTo>
                <a:lnTo>
                  <a:pt x="131237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4" y="143054"/>
                </a:lnTo>
                <a:close/>
              </a:path>
              <a:path w="178739" h="205849">
                <a:moveTo>
                  <a:pt x="108444" y="28468"/>
                </a:moveTo>
                <a:lnTo>
                  <a:pt x="89730" y="28468"/>
                </a:lnTo>
                <a:lnTo>
                  <a:pt x="123126" y="124372"/>
                </a:lnTo>
                <a:lnTo>
                  <a:pt x="146450" y="124372"/>
                </a:lnTo>
                <a:lnTo>
                  <a:pt x="108444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C1BE622-A5C2-9B2A-85E0-0EF68F3575B5}"/>
              </a:ext>
            </a:extLst>
          </p:cNvPr>
          <p:cNvSpPr/>
          <p:nvPr/>
        </p:nvSpPr>
        <p:spPr>
          <a:xfrm>
            <a:off x="1485874" y="925830"/>
            <a:ext cx="119887" cy="0"/>
          </a:xfrm>
          <a:custGeom>
            <a:avLst/>
            <a:gdLst/>
            <a:ahLst/>
            <a:cxnLst/>
            <a:rect l="l" t="t" r="r" b="b"/>
            <a:pathLst>
              <a:path w="119887">
                <a:moveTo>
                  <a:pt x="0" y="0"/>
                </a:moveTo>
                <a:lnTo>
                  <a:pt x="119887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AA11612C-8AF9-3FD0-5793-734B50F93733}"/>
              </a:ext>
            </a:extLst>
          </p:cNvPr>
          <p:cNvSpPr/>
          <p:nvPr/>
        </p:nvSpPr>
        <p:spPr>
          <a:xfrm>
            <a:off x="1496283" y="753109"/>
            <a:ext cx="0" cy="162560"/>
          </a:xfrm>
          <a:custGeom>
            <a:avLst/>
            <a:gdLst/>
            <a:ahLst/>
            <a:cxnLst/>
            <a:rect l="l" t="t" r="r" b="b"/>
            <a:pathLst>
              <a:path h="162560">
                <a:moveTo>
                  <a:pt x="0" y="0"/>
                </a:moveTo>
                <a:lnTo>
                  <a:pt x="0" y="162560"/>
                </a:lnTo>
              </a:path>
            </a:pathLst>
          </a:custGeom>
          <a:ln w="2208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C3CC97AE-7CCC-030E-2C7E-0C4663C88DFF}"/>
              </a:ext>
            </a:extLst>
          </p:cNvPr>
          <p:cNvSpPr/>
          <p:nvPr/>
        </p:nvSpPr>
        <p:spPr>
          <a:xfrm>
            <a:off x="1485874" y="834389"/>
            <a:ext cx="117449" cy="0"/>
          </a:xfrm>
          <a:custGeom>
            <a:avLst/>
            <a:gdLst/>
            <a:ahLst/>
            <a:cxnLst/>
            <a:rect l="l" t="t" r="r" b="b"/>
            <a:pathLst>
              <a:path w="117449">
                <a:moveTo>
                  <a:pt x="0" y="0"/>
                </a:moveTo>
                <a:lnTo>
                  <a:pt x="117449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863C06E0-36D3-5693-40FD-B37F33451361}"/>
              </a:ext>
            </a:extLst>
          </p:cNvPr>
          <p:cNvSpPr/>
          <p:nvPr/>
        </p:nvSpPr>
        <p:spPr>
          <a:xfrm>
            <a:off x="1485874" y="742950"/>
            <a:ext cx="119585" cy="0"/>
          </a:xfrm>
          <a:custGeom>
            <a:avLst/>
            <a:gdLst/>
            <a:ahLst/>
            <a:cxnLst/>
            <a:rect l="l" t="t" r="r" b="b"/>
            <a:pathLst>
              <a:path w="119585">
                <a:moveTo>
                  <a:pt x="0" y="0"/>
                </a:moveTo>
                <a:lnTo>
                  <a:pt x="119585" y="0"/>
                </a:lnTo>
              </a:path>
            </a:pathLst>
          </a:custGeom>
          <a:ln w="2158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BA57F1B6-E9CF-08E0-4409-612A30563678}"/>
              </a:ext>
            </a:extLst>
          </p:cNvPr>
          <p:cNvSpPr/>
          <p:nvPr/>
        </p:nvSpPr>
        <p:spPr>
          <a:xfrm>
            <a:off x="1723321" y="732720"/>
            <a:ext cx="136893" cy="203104"/>
          </a:xfrm>
          <a:custGeom>
            <a:avLst/>
            <a:gdLst/>
            <a:ahLst/>
            <a:cxnLst/>
            <a:rect l="l" t="t" r="r" b="b"/>
            <a:pathLst>
              <a:path w="136893" h="203104">
                <a:moveTo>
                  <a:pt x="72899" y="0"/>
                </a:moveTo>
                <a:lnTo>
                  <a:pt x="0" y="0"/>
                </a:lnTo>
                <a:lnTo>
                  <a:pt x="0" y="203104"/>
                </a:lnTo>
                <a:lnTo>
                  <a:pt x="20815" y="203104"/>
                </a:lnTo>
                <a:lnTo>
                  <a:pt x="20815" y="132083"/>
                </a:lnTo>
                <a:lnTo>
                  <a:pt x="72899" y="132083"/>
                </a:lnTo>
                <a:lnTo>
                  <a:pt x="89783" y="130223"/>
                </a:lnTo>
                <a:lnTo>
                  <a:pt x="103984" y="125028"/>
                </a:lnTo>
                <a:lnTo>
                  <a:pt x="115562" y="117077"/>
                </a:lnTo>
                <a:lnTo>
                  <a:pt x="120194" y="111875"/>
                </a:lnTo>
                <a:lnTo>
                  <a:pt x="20815" y="111875"/>
                </a:lnTo>
                <a:lnTo>
                  <a:pt x="20815" y="20815"/>
                </a:lnTo>
                <a:lnTo>
                  <a:pt x="120522" y="20815"/>
                </a:lnTo>
                <a:lnTo>
                  <a:pt x="118933" y="18653"/>
                </a:lnTo>
                <a:lnTo>
                  <a:pt x="108562" y="9857"/>
                </a:lnTo>
                <a:lnTo>
                  <a:pt x="95727" y="3590"/>
                </a:lnTo>
                <a:lnTo>
                  <a:pt x="80371" y="344"/>
                </a:lnTo>
                <a:lnTo>
                  <a:pt x="72899" y="0"/>
                </a:lnTo>
                <a:close/>
              </a:path>
              <a:path w="136893" h="203104">
                <a:moveTo>
                  <a:pt x="120522" y="20815"/>
                </a:moveTo>
                <a:lnTo>
                  <a:pt x="72899" y="20815"/>
                </a:lnTo>
                <a:lnTo>
                  <a:pt x="89069" y="23468"/>
                </a:lnTo>
                <a:lnTo>
                  <a:pt x="101409" y="30609"/>
                </a:lnTo>
                <a:lnTo>
                  <a:pt x="110050" y="41010"/>
                </a:lnTo>
                <a:lnTo>
                  <a:pt x="115120" y="53443"/>
                </a:lnTo>
                <a:lnTo>
                  <a:pt x="113940" y="73632"/>
                </a:lnTo>
                <a:lnTo>
                  <a:pt x="92462" y="107186"/>
                </a:lnTo>
                <a:lnTo>
                  <a:pt x="72899" y="111875"/>
                </a:lnTo>
                <a:lnTo>
                  <a:pt x="120194" y="111875"/>
                </a:lnTo>
                <a:lnTo>
                  <a:pt x="124579" y="106950"/>
                </a:lnTo>
                <a:lnTo>
                  <a:pt x="131099" y="95226"/>
                </a:lnTo>
                <a:lnTo>
                  <a:pt x="135183" y="82484"/>
                </a:lnTo>
                <a:lnTo>
                  <a:pt x="136893" y="69304"/>
                </a:lnTo>
                <a:lnTo>
                  <a:pt x="135818" y="55303"/>
                </a:lnTo>
                <a:lnTo>
                  <a:pt x="132504" y="41867"/>
                </a:lnTo>
                <a:lnTo>
                  <a:pt x="126894" y="29486"/>
                </a:lnTo>
                <a:lnTo>
                  <a:pt x="120522" y="20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9631E2EB-B67B-9C9F-D4DD-CD73C4EB03A0}"/>
              </a:ext>
            </a:extLst>
          </p:cNvPr>
          <p:cNvSpPr/>
          <p:nvPr/>
        </p:nvSpPr>
        <p:spPr>
          <a:xfrm>
            <a:off x="1861997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0" y="0"/>
                </a:moveTo>
                <a:lnTo>
                  <a:pt x="81583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79" y="197024"/>
                </a:lnTo>
                <a:lnTo>
                  <a:pt x="29678" y="186811"/>
                </a:lnTo>
                <a:lnTo>
                  <a:pt x="34440" y="175162"/>
                </a:lnTo>
                <a:lnTo>
                  <a:pt x="39886" y="162027"/>
                </a:lnTo>
                <a:lnTo>
                  <a:pt x="46036" y="147358"/>
                </a:lnTo>
                <a:lnTo>
                  <a:pt x="47861" y="143054"/>
                </a:lnTo>
                <a:lnTo>
                  <a:pt x="153853" y="143054"/>
                </a:lnTo>
                <a:lnTo>
                  <a:pt x="146449" y="124372"/>
                </a:lnTo>
                <a:lnTo>
                  <a:pt x="55563" y="124372"/>
                </a:lnTo>
                <a:lnTo>
                  <a:pt x="89728" y="28468"/>
                </a:lnTo>
                <a:lnTo>
                  <a:pt x="108442" y="28468"/>
                </a:lnTo>
                <a:lnTo>
                  <a:pt x="97160" y="0"/>
                </a:lnTo>
                <a:close/>
              </a:path>
              <a:path w="178739" h="205849">
                <a:moveTo>
                  <a:pt x="153853" y="143054"/>
                </a:moveTo>
                <a:lnTo>
                  <a:pt x="131235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3" y="143054"/>
                </a:lnTo>
                <a:close/>
              </a:path>
              <a:path w="178739" h="205849">
                <a:moveTo>
                  <a:pt x="108442" y="28468"/>
                </a:moveTo>
                <a:lnTo>
                  <a:pt x="89728" y="28468"/>
                </a:lnTo>
                <a:lnTo>
                  <a:pt x="123122" y="124372"/>
                </a:lnTo>
                <a:lnTo>
                  <a:pt x="146449" y="124372"/>
                </a:lnTo>
                <a:lnTo>
                  <a:pt x="108442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3373204-8F0F-7D5B-195C-87CD5502575A}"/>
              </a:ext>
            </a:extLst>
          </p:cNvPr>
          <p:cNvSpPr/>
          <p:nvPr/>
        </p:nvSpPr>
        <p:spPr>
          <a:xfrm>
            <a:off x="2062543" y="729199"/>
            <a:ext cx="145829" cy="206947"/>
          </a:xfrm>
          <a:custGeom>
            <a:avLst/>
            <a:gdLst/>
            <a:ahLst/>
            <a:cxnLst/>
            <a:rect l="l" t="t" r="r" b="b"/>
            <a:pathLst>
              <a:path w="145829" h="206947">
                <a:moveTo>
                  <a:pt x="20928" y="153304"/>
                </a:moveTo>
                <a:lnTo>
                  <a:pt x="0" y="153715"/>
                </a:lnTo>
                <a:lnTo>
                  <a:pt x="104" y="154529"/>
                </a:lnTo>
                <a:lnTo>
                  <a:pt x="2575" y="165157"/>
                </a:lnTo>
                <a:lnTo>
                  <a:pt x="39086" y="200929"/>
                </a:lnTo>
                <a:lnTo>
                  <a:pt x="71571" y="206947"/>
                </a:lnTo>
                <a:lnTo>
                  <a:pt x="86155" y="205774"/>
                </a:lnTo>
                <a:lnTo>
                  <a:pt x="100306" y="202323"/>
                </a:lnTo>
                <a:lnTo>
                  <a:pt x="113475" y="196699"/>
                </a:lnTo>
                <a:lnTo>
                  <a:pt x="125112" y="189004"/>
                </a:lnTo>
                <a:lnTo>
                  <a:pt x="127430" y="186659"/>
                </a:lnTo>
                <a:lnTo>
                  <a:pt x="75353" y="186659"/>
                </a:lnTo>
                <a:lnTo>
                  <a:pt x="60278" y="185328"/>
                </a:lnTo>
                <a:lnTo>
                  <a:pt x="46299" y="181295"/>
                </a:lnTo>
                <a:lnTo>
                  <a:pt x="34435" y="174643"/>
                </a:lnTo>
                <a:lnTo>
                  <a:pt x="25705" y="165458"/>
                </a:lnTo>
                <a:lnTo>
                  <a:pt x="21057" y="153896"/>
                </a:lnTo>
                <a:lnTo>
                  <a:pt x="20928" y="153304"/>
                </a:lnTo>
                <a:close/>
              </a:path>
              <a:path w="145829" h="206947">
                <a:moveTo>
                  <a:pt x="77130" y="0"/>
                </a:moveTo>
                <a:lnTo>
                  <a:pt x="35531" y="8175"/>
                </a:lnTo>
                <a:lnTo>
                  <a:pt x="2968" y="45727"/>
                </a:lnTo>
                <a:lnTo>
                  <a:pt x="1341" y="57157"/>
                </a:lnTo>
                <a:lnTo>
                  <a:pt x="1541" y="62941"/>
                </a:lnTo>
                <a:lnTo>
                  <a:pt x="21095" y="99108"/>
                </a:lnTo>
                <a:lnTo>
                  <a:pt x="60198" y="111923"/>
                </a:lnTo>
                <a:lnTo>
                  <a:pt x="77694" y="113902"/>
                </a:lnTo>
                <a:lnTo>
                  <a:pt x="93196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3"/>
                </a:lnTo>
                <a:lnTo>
                  <a:pt x="114720" y="170841"/>
                </a:lnTo>
                <a:lnTo>
                  <a:pt x="103616" y="179008"/>
                </a:lnTo>
                <a:lnTo>
                  <a:pt x="90103" y="184349"/>
                </a:lnTo>
                <a:lnTo>
                  <a:pt x="75353" y="186659"/>
                </a:lnTo>
                <a:lnTo>
                  <a:pt x="127430" y="186659"/>
                </a:lnTo>
                <a:lnTo>
                  <a:pt x="134666" y="179341"/>
                </a:lnTo>
                <a:lnTo>
                  <a:pt x="141587" y="167815"/>
                </a:lnTo>
                <a:lnTo>
                  <a:pt x="145325" y="154529"/>
                </a:lnTo>
                <a:lnTo>
                  <a:pt x="145829" y="143417"/>
                </a:lnTo>
                <a:lnTo>
                  <a:pt x="145309" y="138675"/>
                </a:lnTo>
                <a:lnTo>
                  <a:pt x="120495" y="104839"/>
                </a:lnTo>
                <a:lnTo>
                  <a:pt x="80155" y="93498"/>
                </a:lnTo>
                <a:lnTo>
                  <a:pt x="61079" y="91283"/>
                </a:lnTo>
                <a:lnTo>
                  <a:pt x="46883" y="88331"/>
                </a:lnTo>
                <a:lnTo>
                  <a:pt x="34393" y="82757"/>
                </a:lnTo>
                <a:lnTo>
                  <a:pt x="25472" y="73345"/>
                </a:lnTo>
                <a:lnTo>
                  <a:pt x="23284" y="55802"/>
                </a:lnTo>
                <a:lnTo>
                  <a:pt x="24655" y="44730"/>
                </a:lnTo>
                <a:lnTo>
                  <a:pt x="56479" y="21658"/>
                </a:lnTo>
                <a:lnTo>
                  <a:pt x="72075" y="19775"/>
                </a:lnTo>
                <a:lnTo>
                  <a:pt x="124910" y="19775"/>
                </a:lnTo>
                <a:lnTo>
                  <a:pt x="114721" y="11456"/>
                </a:lnTo>
                <a:lnTo>
                  <a:pt x="102678" y="5384"/>
                </a:lnTo>
                <a:lnTo>
                  <a:pt x="89902" y="1641"/>
                </a:lnTo>
                <a:lnTo>
                  <a:pt x="77130" y="0"/>
                </a:lnTo>
                <a:close/>
              </a:path>
              <a:path w="145829" h="206947">
                <a:moveTo>
                  <a:pt x="124910" y="19775"/>
                </a:moveTo>
                <a:lnTo>
                  <a:pt x="72075" y="19775"/>
                </a:lnTo>
                <a:lnTo>
                  <a:pt x="84816" y="21039"/>
                </a:lnTo>
                <a:lnTo>
                  <a:pt x="97673" y="25134"/>
                </a:lnTo>
                <a:lnTo>
                  <a:pt x="109022" y="32515"/>
                </a:lnTo>
                <a:lnTo>
                  <a:pt x="117241" y="43636"/>
                </a:lnTo>
                <a:lnTo>
                  <a:pt x="139051" y="45927"/>
                </a:lnTo>
                <a:lnTo>
                  <a:pt x="133647" y="31500"/>
                </a:lnTo>
                <a:lnTo>
                  <a:pt x="125290" y="20086"/>
                </a:lnTo>
                <a:lnTo>
                  <a:pt x="124910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0128B44-F435-E033-DBBB-0E530A0592FE}"/>
              </a:ext>
            </a:extLst>
          </p:cNvPr>
          <p:cNvSpPr/>
          <p:nvPr/>
        </p:nvSpPr>
        <p:spPr>
          <a:xfrm>
            <a:off x="2243602" y="729199"/>
            <a:ext cx="145826" cy="206945"/>
          </a:xfrm>
          <a:custGeom>
            <a:avLst/>
            <a:gdLst/>
            <a:ahLst/>
            <a:cxnLst/>
            <a:rect l="l" t="t" r="r" b="b"/>
            <a:pathLst>
              <a:path w="145826" h="206945">
                <a:moveTo>
                  <a:pt x="20925" y="153304"/>
                </a:moveTo>
                <a:lnTo>
                  <a:pt x="0" y="153717"/>
                </a:lnTo>
                <a:lnTo>
                  <a:pt x="100" y="154526"/>
                </a:lnTo>
                <a:lnTo>
                  <a:pt x="2572" y="165157"/>
                </a:lnTo>
                <a:lnTo>
                  <a:pt x="39084" y="200926"/>
                </a:lnTo>
                <a:lnTo>
                  <a:pt x="71570" y="206945"/>
                </a:lnTo>
                <a:lnTo>
                  <a:pt x="86153" y="205772"/>
                </a:lnTo>
                <a:lnTo>
                  <a:pt x="100305" y="202321"/>
                </a:lnTo>
                <a:lnTo>
                  <a:pt x="113474" y="196696"/>
                </a:lnTo>
                <a:lnTo>
                  <a:pt x="125110" y="189001"/>
                </a:lnTo>
                <a:lnTo>
                  <a:pt x="127426" y="186659"/>
                </a:lnTo>
                <a:lnTo>
                  <a:pt x="75353" y="186659"/>
                </a:lnTo>
                <a:lnTo>
                  <a:pt x="60277" y="185328"/>
                </a:lnTo>
                <a:lnTo>
                  <a:pt x="46298" y="181295"/>
                </a:lnTo>
                <a:lnTo>
                  <a:pt x="34434" y="174644"/>
                </a:lnTo>
                <a:lnTo>
                  <a:pt x="25703" y="165460"/>
                </a:lnTo>
                <a:lnTo>
                  <a:pt x="21054" y="153896"/>
                </a:lnTo>
                <a:lnTo>
                  <a:pt x="20925" y="153304"/>
                </a:lnTo>
                <a:close/>
              </a:path>
              <a:path w="145826" h="206945">
                <a:moveTo>
                  <a:pt x="77130" y="0"/>
                </a:moveTo>
                <a:lnTo>
                  <a:pt x="35529" y="8174"/>
                </a:lnTo>
                <a:lnTo>
                  <a:pt x="2967" y="45727"/>
                </a:lnTo>
                <a:lnTo>
                  <a:pt x="1339" y="57157"/>
                </a:lnTo>
                <a:lnTo>
                  <a:pt x="1539" y="62941"/>
                </a:lnTo>
                <a:lnTo>
                  <a:pt x="21092" y="99108"/>
                </a:lnTo>
                <a:lnTo>
                  <a:pt x="60194" y="111923"/>
                </a:lnTo>
                <a:lnTo>
                  <a:pt x="77691" y="113902"/>
                </a:lnTo>
                <a:lnTo>
                  <a:pt x="93193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1"/>
                </a:lnTo>
                <a:lnTo>
                  <a:pt x="114721" y="170839"/>
                </a:lnTo>
                <a:lnTo>
                  <a:pt x="103617" y="179006"/>
                </a:lnTo>
                <a:lnTo>
                  <a:pt x="90103" y="184348"/>
                </a:lnTo>
                <a:lnTo>
                  <a:pt x="75353" y="186659"/>
                </a:lnTo>
                <a:lnTo>
                  <a:pt x="127426" y="186659"/>
                </a:lnTo>
                <a:lnTo>
                  <a:pt x="134664" y="179339"/>
                </a:lnTo>
                <a:lnTo>
                  <a:pt x="141585" y="167813"/>
                </a:lnTo>
                <a:lnTo>
                  <a:pt x="145323" y="154526"/>
                </a:lnTo>
                <a:lnTo>
                  <a:pt x="145826" y="143445"/>
                </a:lnTo>
                <a:lnTo>
                  <a:pt x="145315" y="138738"/>
                </a:lnTo>
                <a:lnTo>
                  <a:pt x="120499" y="104873"/>
                </a:lnTo>
                <a:lnTo>
                  <a:pt x="80229" y="93507"/>
                </a:lnTo>
                <a:lnTo>
                  <a:pt x="64813" y="91786"/>
                </a:lnTo>
                <a:lnTo>
                  <a:pt x="50058" y="89050"/>
                </a:lnTo>
                <a:lnTo>
                  <a:pt x="37236" y="84298"/>
                </a:lnTo>
                <a:lnTo>
                  <a:pt x="27623" y="76527"/>
                </a:lnTo>
                <a:lnTo>
                  <a:pt x="22492" y="64734"/>
                </a:lnTo>
                <a:lnTo>
                  <a:pt x="22891" y="50217"/>
                </a:lnTo>
                <a:lnTo>
                  <a:pt x="59832" y="20873"/>
                </a:lnTo>
                <a:lnTo>
                  <a:pt x="72071" y="19775"/>
                </a:lnTo>
                <a:lnTo>
                  <a:pt x="124908" y="19775"/>
                </a:lnTo>
                <a:lnTo>
                  <a:pt x="114720" y="11457"/>
                </a:lnTo>
                <a:lnTo>
                  <a:pt x="102677" y="5385"/>
                </a:lnTo>
                <a:lnTo>
                  <a:pt x="89900" y="1641"/>
                </a:lnTo>
                <a:lnTo>
                  <a:pt x="77130" y="0"/>
                </a:lnTo>
                <a:close/>
              </a:path>
              <a:path w="145826" h="206945">
                <a:moveTo>
                  <a:pt x="124908" y="19775"/>
                </a:moveTo>
                <a:lnTo>
                  <a:pt x="72071" y="19775"/>
                </a:lnTo>
                <a:lnTo>
                  <a:pt x="84814" y="21039"/>
                </a:lnTo>
                <a:lnTo>
                  <a:pt x="97671" y="25134"/>
                </a:lnTo>
                <a:lnTo>
                  <a:pt x="109020" y="32514"/>
                </a:lnTo>
                <a:lnTo>
                  <a:pt x="117240" y="43633"/>
                </a:lnTo>
                <a:lnTo>
                  <a:pt x="139051" y="45927"/>
                </a:lnTo>
                <a:lnTo>
                  <a:pt x="133646" y="31500"/>
                </a:lnTo>
                <a:lnTo>
                  <a:pt x="125290" y="20086"/>
                </a:lnTo>
                <a:lnTo>
                  <a:pt x="124908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E8F9EA14-0ED7-8315-E7D0-AE7BC49259C4}"/>
              </a:ext>
            </a:extLst>
          </p:cNvPr>
          <p:cNvSpPr/>
          <p:nvPr/>
        </p:nvSpPr>
        <p:spPr>
          <a:xfrm>
            <a:off x="407146" y="357837"/>
            <a:ext cx="562007" cy="587436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A2C0B6A6-466B-783E-F57A-163263CED134}"/>
              </a:ext>
            </a:extLst>
          </p:cNvPr>
          <p:cNvSpPr/>
          <p:nvPr/>
        </p:nvSpPr>
        <p:spPr>
          <a:xfrm>
            <a:off x="9148342" y="2883663"/>
            <a:ext cx="3043657" cy="723860"/>
          </a:xfrm>
          <a:custGeom>
            <a:avLst/>
            <a:gdLst/>
            <a:ahLst/>
            <a:cxnLst/>
            <a:rect l="l" t="t" r="r" b="b"/>
            <a:pathLst>
              <a:path w="3043657" h="723860">
                <a:moveTo>
                  <a:pt x="1672306" y="0"/>
                </a:moveTo>
                <a:lnTo>
                  <a:pt x="1591026" y="366"/>
                </a:lnTo>
                <a:lnTo>
                  <a:pt x="1510289" y="2832"/>
                </a:lnTo>
                <a:lnTo>
                  <a:pt x="1430091" y="7384"/>
                </a:lnTo>
                <a:lnTo>
                  <a:pt x="1350431" y="14015"/>
                </a:lnTo>
                <a:lnTo>
                  <a:pt x="1271304" y="22713"/>
                </a:lnTo>
                <a:lnTo>
                  <a:pt x="1192710" y="33468"/>
                </a:lnTo>
                <a:lnTo>
                  <a:pt x="1114644" y="46269"/>
                </a:lnTo>
                <a:lnTo>
                  <a:pt x="1037106" y="61107"/>
                </a:lnTo>
                <a:lnTo>
                  <a:pt x="960091" y="77970"/>
                </a:lnTo>
                <a:lnTo>
                  <a:pt x="883597" y="96850"/>
                </a:lnTo>
                <a:lnTo>
                  <a:pt x="807622" y="117735"/>
                </a:lnTo>
                <a:lnTo>
                  <a:pt x="732163" y="140615"/>
                </a:lnTo>
                <a:lnTo>
                  <a:pt x="657218" y="165479"/>
                </a:lnTo>
                <a:lnTo>
                  <a:pt x="582783" y="192319"/>
                </a:lnTo>
                <a:lnTo>
                  <a:pt x="508857" y="221122"/>
                </a:lnTo>
                <a:lnTo>
                  <a:pt x="435436" y="251879"/>
                </a:lnTo>
                <a:lnTo>
                  <a:pt x="362518" y="284580"/>
                </a:lnTo>
                <a:lnTo>
                  <a:pt x="290100" y="319214"/>
                </a:lnTo>
                <a:lnTo>
                  <a:pt x="218180" y="355771"/>
                </a:lnTo>
                <a:lnTo>
                  <a:pt x="146756" y="394241"/>
                </a:lnTo>
                <a:lnTo>
                  <a:pt x="102559" y="420180"/>
                </a:lnTo>
                <a:lnTo>
                  <a:pt x="62462" y="448697"/>
                </a:lnTo>
                <a:lnTo>
                  <a:pt x="29787" y="480824"/>
                </a:lnTo>
                <a:lnTo>
                  <a:pt x="7858" y="517597"/>
                </a:lnTo>
                <a:lnTo>
                  <a:pt x="0" y="560050"/>
                </a:lnTo>
                <a:lnTo>
                  <a:pt x="1081" y="575642"/>
                </a:lnTo>
                <a:lnTo>
                  <a:pt x="17151" y="627276"/>
                </a:lnTo>
                <a:lnTo>
                  <a:pt x="37426" y="662321"/>
                </a:lnTo>
                <a:lnTo>
                  <a:pt x="70804" y="698347"/>
                </a:lnTo>
                <a:lnTo>
                  <a:pt x="107652" y="718009"/>
                </a:lnTo>
                <a:lnTo>
                  <a:pt x="147252" y="723860"/>
                </a:lnTo>
                <a:lnTo>
                  <a:pt x="160940" y="723183"/>
                </a:lnTo>
                <a:lnTo>
                  <a:pt x="203097" y="714588"/>
                </a:lnTo>
                <a:lnTo>
                  <a:pt x="246337" y="698136"/>
                </a:lnTo>
                <a:lnTo>
                  <a:pt x="289943" y="676379"/>
                </a:lnTo>
                <a:lnTo>
                  <a:pt x="431260" y="604040"/>
                </a:lnTo>
                <a:lnTo>
                  <a:pt x="572585" y="539865"/>
                </a:lnTo>
                <a:lnTo>
                  <a:pt x="713918" y="483761"/>
                </a:lnTo>
                <a:lnTo>
                  <a:pt x="855257" y="435639"/>
                </a:lnTo>
                <a:lnTo>
                  <a:pt x="996601" y="395405"/>
                </a:lnTo>
                <a:lnTo>
                  <a:pt x="1137950" y="362970"/>
                </a:lnTo>
                <a:lnTo>
                  <a:pt x="1279303" y="338242"/>
                </a:lnTo>
                <a:lnTo>
                  <a:pt x="1420658" y="321129"/>
                </a:lnTo>
                <a:lnTo>
                  <a:pt x="1562015" y="311541"/>
                </a:lnTo>
                <a:lnTo>
                  <a:pt x="1703373" y="309386"/>
                </a:lnTo>
                <a:lnTo>
                  <a:pt x="3043657" y="309386"/>
                </a:lnTo>
                <a:lnTo>
                  <a:pt x="3043657" y="289957"/>
                </a:lnTo>
                <a:lnTo>
                  <a:pt x="2962100" y="255242"/>
                </a:lnTo>
                <a:lnTo>
                  <a:pt x="2885105" y="224661"/>
                </a:lnTo>
                <a:lnTo>
                  <a:pt x="2807647" y="195964"/>
                </a:lnTo>
                <a:lnTo>
                  <a:pt x="2729721" y="169164"/>
                </a:lnTo>
                <a:lnTo>
                  <a:pt x="2651325" y="144277"/>
                </a:lnTo>
                <a:lnTo>
                  <a:pt x="2572454" y="121317"/>
                </a:lnTo>
                <a:lnTo>
                  <a:pt x="2493103" y="100298"/>
                </a:lnTo>
                <a:lnTo>
                  <a:pt x="2413268" y="81234"/>
                </a:lnTo>
                <a:lnTo>
                  <a:pt x="2332946" y="64140"/>
                </a:lnTo>
                <a:lnTo>
                  <a:pt x="2252131" y="49029"/>
                </a:lnTo>
                <a:lnTo>
                  <a:pt x="2170821" y="35917"/>
                </a:lnTo>
                <a:lnTo>
                  <a:pt x="2089010" y="24817"/>
                </a:lnTo>
                <a:lnTo>
                  <a:pt x="2006695" y="15743"/>
                </a:lnTo>
                <a:lnTo>
                  <a:pt x="1923871" y="8710"/>
                </a:lnTo>
                <a:lnTo>
                  <a:pt x="1840534" y="3732"/>
                </a:lnTo>
                <a:lnTo>
                  <a:pt x="1756681" y="824"/>
                </a:lnTo>
                <a:lnTo>
                  <a:pt x="1672306" y="0"/>
                </a:lnTo>
                <a:close/>
              </a:path>
              <a:path w="3043657" h="723860">
                <a:moveTo>
                  <a:pt x="3043657" y="309386"/>
                </a:moveTo>
                <a:lnTo>
                  <a:pt x="1703373" y="309386"/>
                </a:lnTo>
                <a:lnTo>
                  <a:pt x="1844731" y="314573"/>
                </a:lnTo>
                <a:lnTo>
                  <a:pt x="1986088" y="327010"/>
                </a:lnTo>
                <a:lnTo>
                  <a:pt x="2127444" y="346607"/>
                </a:lnTo>
                <a:lnTo>
                  <a:pt x="2268796" y="373272"/>
                </a:lnTo>
                <a:lnTo>
                  <a:pt x="2410145" y="406914"/>
                </a:lnTo>
                <a:lnTo>
                  <a:pt x="2551490" y="447441"/>
                </a:lnTo>
                <a:lnTo>
                  <a:pt x="2692829" y="494762"/>
                </a:lnTo>
                <a:lnTo>
                  <a:pt x="2834161" y="548787"/>
                </a:lnTo>
                <a:lnTo>
                  <a:pt x="2975487" y="609424"/>
                </a:lnTo>
                <a:lnTo>
                  <a:pt x="3043657" y="641820"/>
                </a:lnTo>
                <a:lnTo>
                  <a:pt x="3043657" y="3093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D89958AF-DE82-3A91-5EA2-3AAEF4E56BC2}"/>
              </a:ext>
            </a:extLst>
          </p:cNvPr>
          <p:cNvSpPr/>
          <p:nvPr/>
        </p:nvSpPr>
        <p:spPr>
          <a:xfrm>
            <a:off x="10885330" y="4977029"/>
            <a:ext cx="318059" cy="317160"/>
          </a:xfrm>
          <a:custGeom>
            <a:avLst/>
            <a:gdLst/>
            <a:ahLst/>
            <a:cxnLst/>
            <a:rect l="l" t="t" r="r" b="b"/>
            <a:pathLst>
              <a:path w="318059" h="317160">
                <a:moveTo>
                  <a:pt x="169508" y="0"/>
                </a:moveTo>
                <a:lnTo>
                  <a:pt x="123623" y="5350"/>
                </a:lnTo>
                <a:lnTo>
                  <a:pt x="83232" y="20772"/>
                </a:lnTo>
                <a:lnTo>
                  <a:pt x="49405" y="44909"/>
                </a:lnTo>
                <a:lnTo>
                  <a:pt x="23610" y="76004"/>
                </a:lnTo>
                <a:lnTo>
                  <a:pt x="6718" y="112906"/>
                </a:lnTo>
                <a:lnTo>
                  <a:pt x="0" y="154058"/>
                </a:lnTo>
                <a:lnTo>
                  <a:pt x="642" y="169271"/>
                </a:lnTo>
                <a:lnTo>
                  <a:pt x="9954" y="212047"/>
                </a:lnTo>
                <a:lnTo>
                  <a:pt x="29152" y="249437"/>
                </a:lnTo>
                <a:lnTo>
                  <a:pt x="56701" y="280038"/>
                </a:lnTo>
                <a:lnTo>
                  <a:pt x="91066" y="302447"/>
                </a:lnTo>
                <a:lnTo>
                  <a:pt x="130712" y="315262"/>
                </a:lnTo>
                <a:lnTo>
                  <a:pt x="144835" y="317160"/>
                </a:lnTo>
                <a:lnTo>
                  <a:pt x="161035" y="316642"/>
                </a:lnTo>
                <a:lnTo>
                  <a:pt x="206060" y="308082"/>
                </a:lnTo>
                <a:lnTo>
                  <a:pt x="244919" y="290111"/>
                </a:lnTo>
                <a:lnTo>
                  <a:pt x="276574" y="264139"/>
                </a:lnTo>
                <a:lnTo>
                  <a:pt x="299986" y="231577"/>
                </a:lnTo>
                <a:lnTo>
                  <a:pt x="314119" y="193836"/>
                </a:lnTo>
                <a:lnTo>
                  <a:pt x="318059" y="158736"/>
                </a:lnTo>
                <a:lnTo>
                  <a:pt x="317387" y="144044"/>
                </a:lnTo>
                <a:lnTo>
                  <a:pt x="307775" y="102441"/>
                </a:lnTo>
                <a:lnTo>
                  <a:pt x="288020" y="65795"/>
                </a:lnTo>
                <a:lnTo>
                  <a:pt x="259726" y="35707"/>
                </a:lnTo>
                <a:lnTo>
                  <a:pt x="224497" y="13778"/>
                </a:lnTo>
                <a:lnTo>
                  <a:pt x="183936" y="1610"/>
                </a:lnTo>
                <a:lnTo>
                  <a:pt x="169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403FD2BC-14C2-F9C9-F689-41F27D59D393}"/>
              </a:ext>
            </a:extLst>
          </p:cNvPr>
          <p:cNvSpPr/>
          <p:nvPr/>
        </p:nvSpPr>
        <p:spPr>
          <a:xfrm>
            <a:off x="8653346" y="3698473"/>
            <a:ext cx="317130" cy="318062"/>
          </a:xfrm>
          <a:custGeom>
            <a:avLst/>
            <a:gdLst/>
            <a:ahLst/>
            <a:cxnLst/>
            <a:rect l="l" t="t" r="r" b="b"/>
            <a:pathLst>
              <a:path w="317130" h="318062">
                <a:moveTo>
                  <a:pt x="163057" y="0"/>
                </a:moveTo>
                <a:lnTo>
                  <a:pt x="118803" y="5679"/>
                </a:lnTo>
                <a:lnTo>
                  <a:pt x="79470" y="21761"/>
                </a:lnTo>
                <a:lnTo>
                  <a:pt x="46460" y="46707"/>
                </a:lnTo>
                <a:lnTo>
                  <a:pt x="21174" y="78981"/>
                </a:lnTo>
                <a:lnTo>
                  <a:pt x="5012" y="117046"/>
                </a:lnTo>
                <a:lnTo>
                  <a:pt x="0" y="144880"/>
                </a:lnTo>
                <a:lnTo>
                  <a:pt x="517" y="161080"/>
                </a:lnTo>
                <a:lnTo>
                  <a:pt x="9076" y="206104"/>
                </a:lnTo>
                <a:lnTo>
                  <a:pt x="27047" y="244958"/>
                </a:lnTo>
                <a:lnTo>
                  <a:pt x="53021" y="276605"/>
                </a:lnTo>
                <a:lnTo>
                  <a:pt x="85589" y="300007"/>
                </a:lnTo>
                <a:lnTo>
                  <a:pt x="123343" y="314129"/>
                </a:lnTo>
                <a:lnTo>
                  <a:pt x="158424" y="318062"/>
                </a:lnTo>
                <a:lnTo>
                  <a:pt x="173114" y="317389"/>
                </a:lnTo>
                <a:lnTo>
                  <a:pt x="214712" y="307778"/>
                </a:lnTo>
                <a:lnTo>
                  <a:pt x="251355" y="288022"/>
                </a:lnTo>
                <a:lnTo>
                  <a:pt x="281440" y="259726"/>
                </a:lnTo>
                <a:lnTo>
                  <a:pt x="303364" y="224492"/>
                </a:lnTo>
                <a:lnTo>
                  <a:pt x="315524" y="183923"/>
                </a:lnTo>
                <a:lnTo>
                  <a:pt x="317130" y="169491"/>
                </a:lnTo>
                <a:lnTo>
                  <a:pt x="316554" y="153663"/>
                </a:lnTo>
                <a:lnTo>
                  <a:pt x="307681" y="109488"/>
                </a:lnTo>
                <a:lnTo>
                  <a:pt x="289222" y="71190"/>
                </a:lnTo>
                <a:lnTo>
                  <a:pt x="262632" y="39941"/>
                </a:lnTo>
                <a:lnTo>
                  <a:pt x="229369" y="16915"/>
                </a:lnTo>
                <a:lnTo>
                  <a:pt x="190889" y="3286"/>
                </a:lnTo>
                <a:lnTo>
                  <a:pt x="1630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0266C344-4577-106E-345D-E86D9AC57C96}"/>
              </a:ext>
            </a:extLst>
          </p:cNvPr>
          <p:cNvSpPr/>
          <p:nvPr/>
        </p:nvSpPr>
        <p:spPr>
          <a:xfrm>
            <a:off x="7925417" y="5414608"/>
            <a:ext cx="456676" cy="1012010"/>
          </a:xfrm>
          <a:custGeom>
            <a:avLst/>
            <a:gdLst/>
            <a:ahLst/>
            <a:cxnLst/>
            <a:rect l="l" t="t" r="r" b="b"/>
            <a:pathLst>
              <a:path w="456676" h="1012010">
                <a:moveTo>
                  <a:pt x="297596" y="0"/>
                </a:moveTo>
                <a:lnTo>
                  <a:pt x="256815" y="5378"/>
                </a:lnTo>
                <a:lnTo>
                  <a:pt x="220037" y="20574"/>
                </a:lnTo>
                <a:lnTo>
                  <a:pt x="188647" y="44072"/>
                </a:lnTo>
                <a:lnTo>
                  <a:pt x="163801" y="74499"/>
                </a:lnTo>
                <a:lnTo>
                  <a:pt x="159047" y="81220"/>
                </a:lnTo>
                <a:lnTo>
                  <a:pt x="158408" y="82800"/>
                </a:lnTo>
                <a:lnTo>
                  <a:pt x="157836" y="84345"/>
                </a:lnTo>
                <a:lnTo>
                  <a:pt x="157199" y="85925"/>
                </a:lnTo>
                <a:lnTo>
                  <a:pt x="127347" y="164754"/>
                </a:lnTo>
                <a:lnTo>
                  <a:pt x="109367" y="220064"/>
                </a:lnTo>
                <a:lnTo>
                  <a:pt x="93157" y="274856"/>
                </a:lnTo>
                <a:lnTo>
                  <a:pt x="78625" y="328849"/>
                </a:lnTo>
                <a:lnTo>
                  <a:pt x="65682" y="381759"/>
                </a:lnTo>
                <a:lnTo>
                  <a:pt x="54235" y="433303"/>
                </a:lnTo>
                <a:lnTo>
                  <a:pt x="44193" y="483200"/>
                </a:lnTo>
                <a:lnTo>
                  <a:pt x="35465" y="531166"/>
                </a:lnTo>
                <a:lnTo>
                  <a:pt x="27960" y="576919"/>
                </a:lnTo>
                <a:lnTo>
                  <a:pt x="21586" y="620176"/>
                </a:lnTo>
                <a:lnTo>
                  <a:pt x="16253" y="660655"/>
                </a:lnTo>
                <a:lnTo>
                  <a:pt x="8341" y="732147"/>
                </a:lnTo>
                <a:lnTo>
                  <a:pt x="3495" y="789134"/>
                </a:lnTo>
                <a:lnTo>
                  <a:pt x="984" y="829355"/>
                </a:lnTo>
                <a:lnTo>
                  <a:pt x="0" y="853304"/>
                </a:lnTo>
                <a:lnTo>
                  <a:pt x="672" y="867994"/>
                </a:lnTo>
                <a:lnTo>
                  <a:pt x="10283" y="909592"/>
                </a:lnTo>
                <a:lnTo>
                  <a:pt x="30039" y="946235"/>
                </a:lnTo>
                <a:lnTo>
                  <a:pt x="58335" y="976320"/>
                </a:lnTo>
                <a:lnTo>
                  <a:pt x="93604" y="998258"/>
                </a:lnTo>
                <a:lnTo>
                  <a:pt x="134139" y="1010403"/>
                </a:lnTo>
                <a:lnTo>
                  <a:pt x="148570" y="1012010"/>
                </a:lnTo>
                <a:lnTo>
                  <a:pt x="164157" y="1011477"/>
                </a:lnTo>
                <a:lnTo>
                  <a:pt x="207455" y="1003126"/>
                </a:lnTo>
                <a:lnTo>
                  <a:pt x="244865" y="985691"/>
                </a:lnTo>
                <a:lnTo>
                  <a:pt x="275502" y="960514"/>
                </a:lnTo>
                <a:lnTo>
                  <a:pt x="298476" y="928939"/>
                </a:lnTo>
                <a:lnTo>
                  <a:pt x="312900" y="892309"/>
                </a:lnTo>
                <a:lnTo>
                  <a:pt x="313792" y="889529"/>
                </a:lnTo>
                <a:lnTo>
                  <a:pt x="313827" y="888655"/>
                </a:lnTo>
                <a:lnTo>
                  <a:pt x="316238" y="876308"/>
                </a:lnTo>
                <a:lnTo>
                  <a:pt x="317730" y="863685"/>
                </a:lnTo>
                <a:lnTo>
                  <a:pt x="317507" y="847023"/>
                </a:lnTo>
                <a:lnTo>
                  <a:pt x="316540" y="837846"/>
                </a:lnTo>
                <a:lnTo>
                  <a:pt x="320321" y="784903"/>
                </a:lnTo>
                <a:lnTo>
                  <a:pt x="325233" y="733580"/>
                </a:lnTo>
                <a:lnTo>
                  <a:pt x="331133" y="683994"/>
                </a:lnTo>
                <a:lnTo>
                  <a:pt x="337879" y="636264"/>
                </a:lnTo>
                <a:lnTo>
                  <a:pt x="345327" y="590509"/>
                </a:lnTo>
                <a:lnTo>
                  <a:pt x="353333" y="546847"/>
                </a:lnTo>
                <a:lnTo>
                  <a:pt x="361754" y="505397"/>
                </a:lnTo>
                <a:lnTo>
                  <a:pt x="370446" y="466277"/>
                </a:lnTo>
                <a:lnTo>
                  <a:pt x="388073" y="395501"/>
                </a:lnTo>
                <a:lnTo>
                  <a:pt x="405067" y="335467"/>
                </a:lnTo>
                <a:lnTo>
                  <a:pt x="420281" y="287124"/>
                </a:lnTo>
                <a:lnTo>
                  <a:pt x="437255" y="238603"/>
                </a:lnTo>
                <a:lnTo>
                  <a:pt x="443773" y="221718"/>
                </a:lnTo>
                <a:lnTo>
                  <a:pt x="456092" y="172664"/>
                </a:lnTo>
                <a:lnTo>
                  <a:pt x="456676" y="159560"/>
                </a:lnTo>
                <a:lnTo>
                  <a:pt x="456006" y="144818"/>
                </a:lnTo>
                <a:lnTo>
                  <a:pt x="446426" y="103101"/>
                </a:lnTo>
                <a:lnTo>
                  <a:pt x="426732" y="66379"/>
                </a:lnTo>
                <a:lnTo>
                  <a:pt x="398518" y="36235"/>
                </a:lnTo>
                <a:lnTo>
                  <a:pt x="363377" y="14251"/>
                </a:lnTo>
                <a:lnTo>
                  <a:pt x="322904" y="2011"/>
                </a:lnTo>
                <a:lnTo>
                  <a:pt x="308504" y="369"/>
                </a:lnTo>
                <a:lnTo>
                  <a:pt x="2975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ABD201F4-1F70-853C-A4B3-6DD7F8B547B1}"/>
              </a:ext>
            </a:extLst>
          </p:cNvPr>
          <p:cNvSpPr/>
          <p:nvPr/>
        </p:nvSpPr>
        <p:spPr>
          <a:xfrm>
            <a:off x="8634548" y="4264774"/>
            <a:ext cx="3557451" cy="2593225"/>
          </a:xfrm>
          <a:custGeom>
            <a:avLst/>
            <a:gdLst/>
            <a:ahLst/>
            <a:cxnLst/>
            <a:rect l="l" t="t" r="r" b="b"/>
            <a:pathLst>
              <a:path w="3557451" h="2593225">
                <a:moveTo>
                  <a:pt x="2264456" y="0"/>
                </a:moveTo>
                <a:lnTo>
                  <a:pt x="2053808" y="9709"/>
                </a:lnTo>
                <a:lnTo>
                  <a:pt x="1842173" y="39556"/>
                </a:lnTo>
                <a:lnTo>
                  <a:pt x="1630895" y="90223"/>
                </a:lnTo>
                <a:lnTo>
                  <a:pt x="1421322" y="162390"/>
                </a:lnTo>
                <a:lnTo>
                  <a:pt x="1232507" y="246005"/>
                </a:lnTo>
                <a:lnTo>
                  <a:pt x="1058031" y="339956"/>
                </a:lnTo>
                <a:lnTo>
                  <a:pt x="897685" y="443675"/>
                </a:lnTo>
                <a:lnTo>
                  <a:pt x="751262" y="556597"/>
                </a:lnTo>
                <a:lnTo>
                  <a:pt x="618553" y="678157"/>
                </a:lnTo>
                <a:lnTo>
                  <a:pt x="499351" y="807788"/>
                </a:lnTo>
                <a:lnTo>
                  <a:pt x="393447" y="944924"/>
                </a:lnTo>
                <a:lnTo>
                  <a:pt x="300634" y="1089001"/>
                </a:lnTo>
                <a:lnTo>
                  <a:pt x="220703" y="1239452"/>
                </a:lnTo>
                <a:lnTo>
                  <a:pt x="153447" y="1395712"/>
                </a:lnTo>
                <a:lnTo>
                  <a:pt x="98656" y="1557214"/>
                </a:lnTo>
                <a:lnTo>
                  <a:pt x="56125" y="1723393"/>
                </a:lnTo>
                <a:lnTo>
                  <a:pt x="25643" y="1893683"/>
                </a:lnTo>
                <a:lnTo>
                  <a:pt x="7004" y="2067519"/>
                </a:lnTo>
                <a:lnTo>
                  <a:pt x="0" y="2244334"/>
                </a:lnTo>
                <a:lnTo>
                  <a:pt x="4421" y="2423564"/>
                </a:lnTo>
                <a:lnTo>
                  <a:pt x="19075" y="2593225"/>
                </a:lnTo>
                <a:lnTo>
                  <a:pt x="335287" y="2593225"/>
                </a:lnTo>
                <a:lnTo>
                  <a:pt x="327888" y="2545508"/>
                </a:lnTo>
                <a:lnTo>
                  <a:pt x="314035" y="2356112"/>
                </a:lnTo>
                <a:lnTo>
                  <a:pt x="315703" y="2170872"/>
                </a:lnTo>
                <a:lnTo>
                  <a:pt x="332362" y="1990483"/>
                </a:lnTo>
                <a:lnTo>
                  <a:pt x="363480" y="1815640"/>
                </a:lnTo>
                <a:lnTo>
                  <a:pt x="408527" y="1647038"/>
                </a:lnTo>
                <a:lnTo>
                  <a:pt x="466973" y="1485374"/>
                </a:lnTo>
                <a:lnTo>
                  <a:pt x="538287" y="1331341"/>
                </a:lnTo>
                <a:lnTo>
                  <a:pt x="621938" y="1185636"/>
                </a:lnTo>
                <a:lnTo>
                  <a:pt x="717396" y="1048953"/>
                </a:lnTo>
                <a:lnTo>
                  <a:pt x="824130" y="921988"/>
                </a:lnTo>
                <a:lnTo>
                  <a:pt x="941610" y="805436"/>
                </a:lnTo>
                <a:lnTo>
                  <a:pt x="1069306" y="699992"/>
                </a:lnTo>
                <a:lnTo>
                  <a:pt x="1206686" y="606351"/>
                </a:lnTo>
                <a:lnTo>
                  <a:pt x="1353219" y="525210"/>
                </a:lnTo>
                <a:lnTo>
                  <a:pt x="1508377" y="457262"/>
                </a:lnTo>
                <a:lnTo>
                  <a:pt x="1671627" y="403203"/>
                </a:lnTo>
                <a:lnTo>
                  <a:pt x="1842439" y="363730"/>
                </a:lnTo>
                <a:lnTo>
                  <a:pt x="2020284" y="339535"/>
                </a:lnTo>
                <a:lnTo>
                  <a:pt x="2204629" y="331316"/>
                </a:lnTo>
                <a:lnTo>
                  <a:pt x="3439351" y="331316"/>
                </a:lnTo>
                <a:lnTo>
                  <a:pt x="3432183" y="326473"/>
                </a:lnTo>
                <a:lnTo>
                  <a:pt x="3255741" y="229667"/>
                </a:lnTo>
                <a:lnTo>
                  <a:pt x="3070232" y="148910"/>
                </a:lnTo>
                <a:lnTo>
                  <a:pt x="2877003" y="84883"/>
                </a:lnTo>
                <a:lnTo>
                  <a:pt x="2677400" y="38268"/>
                </a:lnTo>
                <a:lnTo>
                  <a:pt x="2472768" y="9746"/>
                </a:lnTo>
                <a:lnTo>
                  <a:pt x="2264456" y="0"/>
                </a:lnTo>
                <a:close/>
              </a:path>
              <a:path w="3557451" h="2593225">
                <a:moveTo>
                  <a:pt x="3439351" y="331316"/>
                </a:moveTo>
                <a:lnTo>
                  <a:pt x="2204629" y="331316"/>
                </a:lnTo>
                <a:lnTo>
                  <a:pt x="2373897" y="336648"/>
                </a:lnTo>
                <a:lnTo>
                  <a:pt x="2537229" y="352468"/>
                </a:lnTo>
                <a:lnTo>
                  <a:pt x="2694331" y="378508"/>
                </a:lnTo>
                <a:lnTo>
                  <a:pt x="2844903" y="414502"/>
                </a:lnTo>
                <a:lnTo>
                  <a:pt x="2988651" y="460184"/>
                </a:lnTo>
                <a:lnTo>
                  <a:pt x="3125276" y="515287"/>
                </a:lnTo>
                <a:lnTo>
                  <a:pt x="3254482" y="579544"/>
                </a:lnTo>
                <a:lnTo>
                  <a:pt x="3375972" y="652690"/>
                </a:lnTo>
                <a:lnTo>
                  <a:pt x="3489448" y="734457"/>
                </a:lnTo>
                <a:lnTo>
                  <a:pt x="3557451" y="792732"/>
                </a:lnTo>
                <a:lnTo>
                  <a:pt x="3557451" y="411108"/>
                </a:lnTo>
                <a:lnTo>
                  <a:pt x="3439351" y="331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CB1743B5-16EC-17D2-C3E0-75B7CC1A9405}"/>
              </a:ext>
            </a:extLst>
          </p:cNvPr>
          <p:cNvSpPr/>
          <p:nvPr/>
        </p:nvSpPr>
        <p:spPr>
          <a:xfrm>
            <a:off x="10129272" y="3996324"/>
            <a:ext cx="7379" cy="2063"/>
          </a:xfrm>
          <a:custGeom>
            <a:avLst/>
            <a:gdLst/>
            <a:ahLst/>
            <a:cxnLst/>
            <a:rect l="l" t="t" r="r" b="b"/>
            <a:pathLst>
              <a:path w="7379" h="2063">
                <a:moveTo>
                  <a:pt x="7379" y="0"/>
                </a:moveTo>
                <a:lnTo>
                  <a:pt x="3695" y="1089"/>
                </a:lnTo>
                <a:lnTo>
                  <a:pt x="0" y="2063"/>
                </a:lnTo>
                <a:lnTo>
                  <a:pt x="369" y="2030"/>
                </a:lnTo>
                <a:lnTo>
                  <a:pt x="4065" y="1391"/>
                </a:lnTo>
                <a:lnTo>
                  <a:pt x="73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E9FD9F05-E42A-8568-CB79-626E87335C48}"/>
              </a:ext>
            </a:extLst>
          </p:cNvPr>
          <p:cNvSpPr/>
          <p:nvPr/>
        </p:nvSpPr>
        <p:spPr>
          <a:xfrm>
            <a:off x="8382355" y="3688061"/>
            <a:ext cx="1876182" cy="1478979"/>
          </a:xfrm>
          <a:custGeom>
            <a:avLst/>
            <a:gdLst/>
            <a:ahLst/>
            <a:cxnLst/>
            <a:rect l="l" t="t" r="r" b="b"/>
            <a:pathLst>
              <a:path w="1876182" h="1478979">
                <a:moveTo>
                  <a:pt x="1722300" y="0"/>
                </a:moveTo>
                <a:lnTo>
                  <a:pt x="1682547" y="5812"/>
                </a:lnTo>
                <a:lnTo>
                  <a:pt x="1621133" y="24798"/>
                </a:lnTo>
                <a:lnTo>
                  <a:pt x="1583399" y="37259"/>
                </a:lnTo>
                <a:lnTo>
                  <a:pt x="1546286" y="50125"/>
                </a:lnTo>
                <a:lnTo>
                  <a:pt x="1509755" y="63396"/>
                </a:lnTo>
                <a:lnTo>
                  <a:pt x="1473768" y="77068"/>
                </a:lnTo>
                <a:lnTo>
                  <a:pt x="1438284" y="91138"/>
                </a:lnTo>
                <a:lnTo>
                  <a:pt x="1368672" y="120463"/>
                </a:lnTo>
                <a:lnTo>
                  <a:pt x="1300607" y="151349"/>
                </a:lnTo>
                <a:lnTo>
                  <a:pt x="1233777" y="183776"/>
                </a:lnTo>
                <a:lnTo>
                  <a:pt x="1167870" y="217722"/>
                </a:lnTo>
                <a:lnTo>
                  <a:pt x="1102573" y="253165"/>
                </a:lnTo>
                <a:lnTo>
                  <a:pt x="1037574" y="290084"/>
                </a:lnTo>
                <a:lnTo>
                  <a:pt x="972560" y="328459"/>
                </a:lnTo>
                <a:lnTo>
                  <a:pt x="928137" y="355586"/>
                </a:lnTo>
                <a:lnTo>
                  <a:pt x="884572" y="383131"/>
                </a:lnTo>
                <a:lnTo>
                  <a:pt x="841809" y="411168"/>
                </a:lnTo>
                <a:lnTo>
                  <a:pt x="799794" y="439771"/>
                </a:lnTo>
                <a:lnTo>
                  <a:pt x="758471" y="469012"/>
                </a:lnTo>
                <a:lnTo>
                  <a:pt x="717785" y="498965"/>
                </a:lnTo>
                <a:lnTo>
                  <a:pt x="677679" y="529703"/>
                </a:lnTo>
                <a:lnTo>
                  <a:pt x="638098" y="561299"/>
                </a:lnTo>
                <a:lnTo>
                  <a:pt x="598988" y="593828"/>
                </a:lnTo>
                <a:lnTo>
                  <a:pt x="560291" y="627361"/>
                </a:lnTo>
                <a:lnTo>
                  <a:pt x="521954" y="661973"/>
                </a:lnTo>
                <a:lnTo>
                  <a:pt x="483920" y="697737"/>
                </a:lnTo>
                <a:lnTo>
                  <a:pt x="446134" y="734726"/>
                </a:lnTo>
                <a:lnTo>
                  <a:pt x="408540" y="773013"/>
                </a:lnTo>
                <a:lnTo>
                  <a:pt x="371083" y="812672"/>
                </a:lnTo>
                <a:lnTo>
                  <a:pt x="333708" y="853776"/>
                </a:lnTo>
                <a:lnTo>
                  <a:pt x="296358" y="896398"/>
                </a:lnTo>
                <a:lnTo>
                  <a:pt x="258979" y="940612"/>
                </a:lnTo>
                <a:lnTo>
                  <a:pt x="221515" y="986491"/>
                </a:lnTo>
                <a:lnTo>
                  <a:pt x="183911" y="1034108"/>
                </a:lnTo>
                <a:lnTo>
                  <a:pt x="177522" y="1042132"/>
                </a:lnTo>
                <a:lnTo>
                  <a:pt x="170640" y="1050427"/>
                </a:lnTo>
                <a:lnTo>
                  <a:pt x="163322" y="1058981"/>
                </a:lnTo>
                <a:lnTo>
                  <a:pt x="155622" y="1067783"/>
                </a:lnTo>
                <a:lnTo>
                  <a:pt x="113326" y="1115131"/>
                </a:lnTo>
                <a:lnTo>
                  <a:pt x="104494" y="1125189"/>
                </a:lnTo>
                <a:lnTo>
                  <a:pt x="78245" y="1156339"/>
                </a:lnTo>
                <a:lnTo>
                  <a:pt x="53527" y="1188719"/>
                </a:lnTo>
                <a:lnTo>
                  <a:pt x="45885" y="1199733"/>
                </a:lnTo>
                <a:lnTo>
                  <a:pt x="36990" y="1210908"/>
                </a:lnTo>
                <a:lnTo>
                  <a:pt x="16491" y="1244734"/>
                </a:lnTo>
                <a:lnTo>
                  <a:pt x="2900" y="1291944"/>
                </a:lnTo>
                <a:lnTo>
                  <a:pt x="0" y="1315885"/>
                </a:lnTo>
                <a:lnTo>
                  <a:pt x="23" y="1327718"/>
                </a:lnTo>
                <a:lnTo>
                  <a:pt x="11194" y="1374055"/>
                </a:lnTo>
                <a:lnTo>
                  <a:pt x="32705" y="1407664"/>
                </a:lnTo>
                <a:lnTo>
                  <a:pt x="48924" y="1424786"/>
                </a:lnTo>
                <a:lnTo>
                  <a:pt x="50503" y="1426299"/>
                </a:lnTo>
                <a:lnTo>
                  <a:pt x="70296" y="1442731"/>
                </a:lnTo>
                <a:lnTo>
                  <a:pt x="71103" y="1443302"/>
                </a:lnTo>
                <a:lnTo>
                  <a:pt x="96003" y="1459415"/>
                </a:lnTo>
                <a:lnTo>
                  <a:pt x="120001" y="1470482"/>
                </a:lnTo>
                <a:lnTo>
                  <a:pt x="143118" y="1476878"/>
                </a:lnTo>
                <a:lnTo>
                  <a:pt x="165377" y="1478979"/>
                </a:lnTo>
                <a:lnTo>
                  <a:pt x="186800" y="1477159"/>
                </a:lnTo>
                <a:lnTo>
                  <a:pt x="227226" y="1463259"/>
                </a:lnTo>
                <a:lnTo>
                  <a:pt x="264576" y="1438178"/>
                </a:lnTo>
                <a:lnTo>
                  <a:pt x="299025" y="1404920"/>
                </a:lnTo>
                <a:lnTo>
                  <a:pt x="330753" y="1366484"/>
                </a:lnTo>
                <a:lnTo>
                  <a:pt x="359937" y="1325872"/>
                </a:lnTo>
                <a:lnTo>
                  <a:pt x="386755" y="1286086"/>
                </a:lnTo>
                <a:lnTo>
                  <a:pt x="399332" y="1267441"/>
                </a:lnTo>
                <a:lnTo>
                  <a:pt x="422935" y="1234521"/>
                </a:lnTo>
                <a:lnTo>
                  <a:pt x="482325" y="1159438"/>
                </a:lnTo>
                <a:lnTo>
                  <a:pt x="541644" y="1087946"/>
                </a:lnTo>
                <a:lnTo>
                  <a:pt x="601025" y="1019952"/>
                </a:lnTo>
                <a:lnTo>
                  <a:pt x="660597" y="955365"/>
                </a:lnTo>
                <a:lnTo>
                  <a:pt x="720492" y="894094"/>
                </a:lnTo>
                <a:lnTo>
                  <a:pt x="780841" y="836046"/>
                </a:lnTo>
                <a:lnTo>
                  <a:pt x="841776" y="781129"/>
                </a:lnTo>
                <a:lnTo>
                  <a:pt x="903428" y="729251"/>
                </a:lnTo>
                <a:lnTo>
                  <a:pt x="965928" y="680321"/>
                </a:lnTo>
                <a:lnTo>
                  <a:pt x="1029406" y="634246"/>
                </a:lnTo>
                <a:lnTo>
                  <a:pt x="1093995" y="590936"/>
                </a:lnTo>
                <a:lnTo>
                  <a:pt x="1159825" y="550297"/>
                </a:lnTo>
                <a:lnTo>
                  <a:pt x="1227027" y="512238"/>
                </a:lnTo>
                <a:lnTo>
                  <a:pt x="1295733" y="476667"/>
                </a:lnTo>
                <a:lnTo>
                  <a:pt x="1366075" y="443493"/>
                </a:lnTo>
                <a:lnTo>
                  <a:pt x="1438182" y="412622"/>
                </a:lnTo>
                <a:lnTo>
                  <a:pt x="1512186" y="383964"/>
                </a:lnTo>
                <a:lnTo>
                  <a:pt x="1588220" y="357427"/>
                </a:lnTo>
                <a:lnTo>
                  <a:pt x="1666412" y="332918"/>
                </a:lnTo>
                <a:lnTo>
                  <a:pt x="1746896" y="310346"/>
                </a:lnTo>
                <a:lnTo>
                  <a:pt x="1750626" y="309338"/>
                </a:lnTo>
                <a:lnTo>
                  <a:pt x="1754255" y="308296"/>
                </a:lnTo>
                <a:lnTo>
                  <a:pt x="1793686" y="293834"/>
                </a:lnTo>
                <a:lnTo>
                  <a:pt x="1826966" y="268840"/>
                </a:lnTo>
                <a:lnTo>
                  <a:pt x="1852342" y="238430"/>
                </a:lnTo>
                <a:lnTo>
                  <a:pt x="1869014" y="203488"/>
                </a:lnTo>
                <a:lnTo>
                  <a:pt x="1876182" y="164902"/>
                </a:lnTo>
                <a:lnTo>
                  <a:pt x="1875977" y="148978"/>
                </a:lnTo>
                <a:lnTo>
                  <a:pt x="1875004" y="136910"/>
                </a:lnTo>
                <a:lnTo>
                  <a:pt x="1873347" y="126634"/>
                </a:lnTo>
                <a:lnTo>
                  <a:pt x="1872843" y="124013"/>
                </a:lnTo>
                <a:lnTo>
                  <a:pt x="1871936" y="121594"/>
                </a:lnTo>
                <a:lnTo>
                  <a:pt x="1871330" y="119005"/>
                </a:lnTo>
                <a:lnTo>
                  <a:pt x="1856332" y="80855"/>
                </a:lnTo>
                <a:lnTo>
                  <a:pt x="1832434" y="48319"/>
                </a:lnTo>
                <a:lnTo>
                  <a:pt x="1801132" y="22957"/>
                </a:lnTo>
                <a:lnTo>
                  <a:pt x="1763921" y="6331"/>
                </a:lnTo>
                <a:lnTo>
                  <a:pt x="1736572" y="870"/>
                </a:lnTo>
                <a:lnTo>
                  <a:pt x="1722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F86026C8-B1CB-DCCF-6A44-E2856E086854}"/>
              </a:ext>
            </a:extLst>
          </p:cNvPr>
          <p:cNvSpPr/>
          <p:nvPr/>
        </p:nvSpPr>
        <p:spPr>
          <a:xfrm>
            <a:off x="10567572" y="3601025"/>
            <a:ext cx="1624428" cy="684492"/>
          </a:xfrm>
          <a:custGeom>
            <a:avLst/>
            <a:gdLst/>
            <a:ahLst/>
            <a:cxnLst/>
            <a:rect l="l" t="t" r="r" b="b"/>
            <a:pathLst>
              <a:path w="1624428" h="684492">
                <a:moveTo>
                  <a:pt x="1622716" y="314358"/>
                </a:moveTo>
                <a:lnTo>
                  <a:pt x="276322" y="314358"/>
                </a:lnTo>
                <a:lnTo>
                  <a:pt x="399298" y="316443"/>
                </a:lnTo>
                <a:lnTo>
                  <a:pt x="521882" y="324263"/>
                </a:lnTo>
                <a:lnTo>
                  <a:pt x="643873" y="337826"/>
                </a:lnTo>
                <a:lnTo>
                  <a:pt x="765073" y="357140"/>
                </a:lnTo>
                <a:lnTo>
                  <a:pt x="885280" y="382214"/>
                </a:lnTo>
                <a:lnTo>
                  <a:pt x="1004295" y="413055"/>
                </a:lnTo>
                <a:lnTo>
                  <a:pt x="1121917" y="449672"/>
                </a:lnTo>
                <a:lnTo>
                  <a:pt x="1237947" y="492072"/>
                </a:lnTo>
                <a:lnTo>
                  <a:pt x="1352185" y="540263"/>
                </a:lnTo>
                <a:lnTo>
                  <a:pt x="1464430" y="594254"/>
                </a:lnTo>
                <a:lnTo>
                  <a:pt x="1574482" y="654053"/>
                </a:lnTo>
                <a:lnTo>
                  <a:pt x="1624428" y="684492"/>
                </a:lnTo>
                <a:lnTo>
                  <a:pt x="1624428" y="315258"/>
                </a:lnTo>
                <a:lnTo>
                  <a:pt x="1622716" y="314358"/>
                </a:lnTo>
                <a:close/>
              </a:path>
              <a:path w="1624428" h="684492">
                <a:moveTo>
                  <a:pt x="159948" y="1"/>
                </a:moveTo>
                <a:lnTo>
                  <a:pt x="116669" y="5826"/>
                </a:lnTo>
                <a:lnTo>
                  <a:pt x="77953" y="22246"/>
                </a:lnTo>
                <a:lnTo>
                  <a:pt x="45344" y="47682"/>
                </a:lnTo>
                <a:lnTo>
                  <a:pt x="20389" y="80549"/>
                </a:lnTo>
                <a:lnTo>
                  <a:pt x="4631" y="119267"/>
                </a:lnTo>
                <a:lnTo>
                  <a:pt x="0" y="147548"/>
                </a:lnTo>
                <a:lnTo>
                  <a:pt x="560" y="163482"/>
                </a:lnTo>
                <a:lnTo>
                  <a:pt x="9350" y="207897"/>
                </a:lnTo>
                <a:lnTo>
                  <a:pt x="27678" y="246348"/>
                </a:lnTo>
                <a:lnTo>
                  <a:pt x="54101" y="277703"/>
                </a:lnTo>
                <a:lnTo>
                  <a:pt x="87174" y="300828"/>
                </a:lnTo>
                <a:lnTo>
                  <a:pt x="125455" y="314589"/>
                </a:lnTo>
                <a:lnTo>
                  <a:pt x="153154" y="318001"/>
                </a:lnTo>
                <a:lnTo>
                  <a:pt x="276322" y="314358"/>
                </a:lnTo>
                <a:lnTo>
                  <a:pt x="1622716" y="314358"/>
                </a:lnTo>
                <a:lnTo>
                  <a:pt x="1586806" y="295482"/>
                </a:lnTo>
                <a:lnTo>
                  <a:pt x="1470804" y="241436"/>
                </a:lnTo>
                <a:lnTo>
                  <a:pt x="1352264" y="192934"/>
                </a:lnTo>
                <a:lnTo>
                  <a:pt x="1231211" y="149939"/>
                </a:lnTo>
                <a:lnTo>
                  <a:pt x="1107672" y="112413"/>
                </a:lnTo>
                <a:lnTo>
                  <a:pt x="981672" y="80319"/>
                </a:lnTo>
                <a:lnTo>
                  <a:pt x="853240" y="53618"/>
                </a:lnTo>
                <a:lnTo>
                  <a:pt x="722399" y="32273"/>
                </a:lnTo>
                <a:lnTo>
                  <a:pt x="589178" y="16247"/>
                </a:lnTo>
                <a:lnTo>
                  <a:pt x="453602" y="5502"/>
                </a:lnTo>
                <a:lnTo>
                  <a:pt x="320581" y="194"/>
                </a:lnTo>
                <a:lnTo>
                  <a:pt x="291475" y="194"/>
                </a:lnTo>
                <a:lnTo>
                  <a:pt x="159948" y="1"/>
                </a:lnTo>
                <a:close/>
              </a:path>
              <a:path w="1624428" h="684492">
                <a:moveTo>
                  <a:pt x="315698" y="0"/>
                </a:moveTo>
                <a:lnTo>
                  <a:pt x="291475" y="194"/>
                </a:lnTo>
                <a:lnTo>
                  <a:pt x="320581" y="194"/>
                </a:lnTo>
                <a:lnTo>
                  <a:pt x="315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AFF15C20-ABA3-AACD-3B8B-C8F33EDA21C2}"/>
              </a:ext>
            </a:extLst>
          </p:cNvPr>
          <p:cNvSpPr/>
          <p:nvPr/>
        </p:nvSpPr>
        <p:spPr>
          <a:xfrm>
            <a:off x="11564983" y="5227215"/>
            <a:ext cx="627016" cy="1419769"/>
          </a:xfrm>
          <a:custGeom>
            <a:avLst/>
            <a:gdLst/>
            <a:ahLst/>
            <a:cxnLst/>
            <a:rect l="l" t="t" r="r" b="b"/>
            <a:pathLst>
              <a:path w="627016" h="1419769">
                <a:moveTo>
                  <a:pt x="0" y="265728"/>
                </a:moveTo>
                <a:lnTo>
                  <a:pt x="36796" y="298452"/>
                </a:lnTo>
                <a:lnTo>
                  <a:pt x="73006" y="333261"/>
                </a:lnTo>
                <a:lnTo>
                  <a:pt x="108519" y="370047"/>
                </a:lnTo>
                <a:lnTo>
                  <a:pt x="143227" y="408702"/>
                </a:lnTo>
                <a:lnTo>
                  <a:pt x="177020" y="449118"/>
                </a:lnTo>
                <a:lnTo>
                  <a:pt x="209791" y="491188"/>
                </a:lnTo>
                <a:lnTo>
                  <a:pt x="241429" y="534804"/>
                </a:lnTo>
                <a:lnTo>
                  <a:pt x="271826" y="579859"/>
                </a:lnTo>
                <a:lnTo>
                  <a:pt x="300874" y="626244"/>
                </a:lnTo>
                <a:lnTo>
                  <a:pt x="328462" y="673853"/>
                </a:lnTo>
                <a:lnTo>
                  <a:pt x="354482" y="722578"/>
                </a:lnTo>
                <a:lnTo>
                  <a:pt x="378826" y="772310"/>
                </a:lnTo>
                <a:lnTo>
                  <a:pt x="401383" y="822943"/>
                </a:lnTo>
                <a:lnTo>
                  <a:pt x="422046" y="874369"/>
                </a:lnTo>
                <a:lnTo>
                  <a:pt x="440705" y="926480"/>
                </a:lnTo>
                <a:lnTo>
                  <a:pt x="457252" y="979168"/>
                </a:lnTo>
                <a:lnTo>
                  <a:pt x="471577" y="1032326"/>
                </a:lnTo>
                <a:lnTo>
                  <a:pt x="483571" y="1085846"/>
                </a:lnTo>
                <a:lnTo>
                  <a:pt x="493126" y="1139621"/>
                </a:lnTo>
                <a:lnTo>
                  <a:pt x="500132" y="1193543"/>
                </a:lnTo>
                <a:lnTo>
                  <a:pt x="501974" y="1210851"/>
                </a:lnTo>
                <a:lnTo>
                  <a:pt x="503905" y="1228102"/>
                </a:lnTo>
                <a:lnTo>
                  <a:pt x="511232" y="1278583"/>
                </a:lnTo>
                <a:lnTo>
                  <a:pt x="522938" y="1325183"/>
                </a:lnTo>
                <a:lnTo>
                  <a:pt x="541699" y="1365369"/>
                </a:lnTo>
                <a:lnTo>
                  <a:pt x="570192" y="1396608"/>
                </a:lnTo>
                <a:lnTo>
                  <a:pt x="611092" y="1416369"/>
                </a:lnTo>
                <a:lnTo>
                  <a:pt x="627016" y="1419769"/>
                </a:lnTo>
                <a:lnTo>
                  <a:pt x="627016" y="526048"/>
                </a:lnTo>
                <a:lnTo>
                  <a:pt x="578909" y="441032"/>
                </a:lnTo>
                <a:lnTo>
                  <a:pt x="546131" y="389324"/>
                </a:lnTo>
                <a:lnTo>
                  <a:pt x="511660" y="339122"/>
                </a:lnTo>
                <a:lnTo>
                  <a:pt x="475553" y="290496"/>
                </a:lnTo>
                <a:lnTo>
                  <a:pt x="472690" y="286926"/>
                </a:lnTo>
                <a:lnTo>
                  <a:pt x="87407" y="286926"/>
                </a:lnTo>
                <a:lnTo>
                  <a:pt x="72486" y="286534"/>
                </a:lnTo>
                <a:lnTo>
                  <a:pt x="33006" y="279824"/>
                </a:lnTo>
                <a:lnTo>
                  <a:pt x="10398" y="271174"/>
                </a:lnTo>
                <a:lnTo>
                  <a:pt x="0" y="265728"/>
                </a:lnTo>
                <a:close/>
              </a:path>
              <a:path w="627016" h="1419769">
                <a:moveTo>
                  <a:pt x="181836" y="0"/>
                </a:moveTo>
                <a:lnTo>
                  <a:pt x="208419" y="27650"/>
                </a:lnTo>
                <a:lnTo>
                  <a:pt x="227946" y="60948"/>
                </a:lnTo>
                <a:lnTo>
                  <a:pt x="237182" y="88983"/>
                </a:lnTo>
                <a:lnTo>
                  <a:pt x="238156" y="91503"/>
                </a:lnTo>
                <a:lnTo>
                  <a:pt x="238694" y="94225"/>
                </a:lnTo>
                <a:lnTo>
                  <a:pt x="240641" y="106667"/>
                </a:lnTo>
                <a:lnTo>
                  <a:pt x="241670" y="119378"/>
                </a:lnTo>
                <a:lnTo>
                  <a:pt x="241133" y="134126"/>
                </a:lnTo>
                <a:lnTo>
                  <a:pt x="233119" y="175203"/>
                </a:lnTo>
                <a:lnTo>
                  <a:pt x="216470" y="210989"/>
                </a:lnTo>
                <a:lnTo>
                  <a:pt x="192427" y="240792"/>
                </a:lnTo>
                <a:lnTo>
                  <a:pt x="159131" y="265106"/>
                </a:lnTo>
                <a:lnTo>
                  <a:pt x="113823" y="283184"/>
                </a:lnTo>
                <a:lnTo>
                  <a:pt x="87407" y="286926"/>
                </a:lnTo>
                <a:lnTo>
                  <a:pt x="472690" y="286926"/>
                </a:lnTo>
                <a:lnTo>
                  <a:pt x="437869" y="243515"/>
                </a:lnTo>
                <a:lnTo>
                  <a:pt x="398663" y="198247"/>
                </a:lnTo>
                <a:lnTo>
                  <a:pt x="357994" y="154760"/>
                </a:lnTo>
                <a:lnTo>
                  <a:pt x="315920" y="113123"/>
                </a:lnTo>
                <a:lnTo>
                  <a:pt x="272497" y="73405"/>
                </a:lnTo>
                <a:lnTo>
                  <a:pt x="227783" y="35674"/>
                </a:lnTo>
                <a:lnTo>
                  <a:pt x="181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34E68997-3210-DED0-1B96-45CE09333F0E}"/>
              </a:ext>
            </a:extLst>
          </p:cNvPr>
          <p:cNvSpPr/>
          <p:nvPr/>
        </p:nvSpPr>
        <p:spPr>
          <a:xfrm>
            <a:off x="11742743" y="5224110"/>
            <a:ext cx="4099" cy="3092"/>
          </a:xfrm>
          <a:custGeom>
            <a:avLst/>
            <a:gdLst/>
            <a:ahLst/>
            <a:cxnLst/>
            <a:rect l="l" t="t" r="r" b="b"/>
            <a:pathLst>
              <a:path w="4099" h="3092">
                <a:moveTo>
                  <a:pt x="0" y="0"/>
                </a:moveTo>
                <a:lnTo>
                  <a:pt x="4099" y="3092"/>
                </a:lnTo>
                <a:lnTo>
                  <a:pt x="2117" y="14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0111E7A9-4CF4-758B-DA35-F33DF32EAB5A}"/>
              </a:ext>
            </a:extLst>
          </p:cNvPr>
          <p:cNvSpPr/>
          <p:nvPr/>
        </p:nvSpPr>
        <p:spPr>
          <a:xfrm>
            <a:off x="11537939" y="5472069"/>
            <a:ext cx="19555" cy="16309"/>
          </a:xfrm>
          <a:custGeom>
            <a:avLst/>
            <a:gdLst/>
            <a:ahLst/>
            <a:cxnLst/>
            <a:rect l="l" t="t" r="r" b="b"/>
            <a:pathLst>
              <a:path w="19555" h="16309">
                <a:moveTo>
                  <a:pt x="0" y="0"/>
                </a:moveTo>
                <a:lnTo>
                  <a:pt x="5743" y="6223"/>
                </a:lnTo>
                <a:lnTo>
                  <a:pt x="19226" y="16095"/>
                </a:lnTo>
                <a:lnTo>
                  <a:pt x="19555" y="16309"/>
                </a:lnTo>
                <a:lnTo>
                  <a:pt x="9787" y="80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1017D33C-FCB1-BDB6-571E-B549E5D1BCD6}"/>
              </a:ext>
            </a:extLst>
          </p:cNvPr>
          <p:cNvSpPr/>
          <p:nvPr/>
        </p:nvSpPr>
        <p:spPr>
          <a:xfrm>
            <a:off x="11483315" y="5190954"/>
            <a:ext cx="323448" cy="323300"/>
          </a:xfrm>
          <a:custGeom>
            <a:avLst/>
            <a:gdLst/>
            <a:ahLst/>
            <a:cxnLst/>
            <a:rect l="l" t="t" r="r" b="b"/>
            <a:pathLst>
              <a:path w="323448" h="323300">
                <a:moveTo>
                  <a:pt x="174447" y="0"/>
                </a:moveTo>
                <a:lnTo>
                  <a:pt x="127928" y="5108"/>
                </a:lnTo>
                <a:lnTo>
                  <a:pt x="86983" y="20017"/>
                </a:lnTo>
                <a:lnTo>
                  <a:pt x="52660" y="43352"/>
                </a:lnTo>
                <a:lnTo>
                  <a:pt x="26011" y="73737"/>
                </a:lnTo>
                <a:lnTo>
                  <a:pt x="8043" y="109937"/>
                </a:lnTo>
                <a:lnTo>
                  <a:pt x="47" y="149131"/>
                </a:lnTo>
                <a:lnTo>
                  <a:pt x="0" y="167071"/>
                </a:lnTo>
                <a:lnTo>
                  <a:pt x="804" y="179321"/>
                </a:lnTo>
                <a:lnTo>
                  <a:pt x="14593" y="228096"/>
                </a:lnTo>
                <a:lnTo>
                  <a:pt x="34309" y="260772"/>
                </a:lnTo>
                <a:lnTo>
                  <a:pt x="71018" y="294762"/>
                </a:lnTo>
                <a:lnTo>
                  <a:pt x="105971" y="313079"/>
                </a:lnTo>
                <a:lnTo>
                  <a:pt x="155400" y="323300"/>
                </a:lnTo>
                <a:lnTo>
                  <a:pt x="170553" y="322929"/>
                </a:lnTo>
                <a:lnTo>
                  <a:pt x="214797" y="313934"/>
                </a:lnTo>
                <a:lnTo>
                  <a:pt x="249859" y="295905"/>
                </a:lnTo>
                <a:lnTo>
                  <a:pt x="280782" y="269142"/>
                </a:lnTo>
                <a:lnTo>
                  <a:pt x="303852" y="237395"/>
                </a:lnTo>
                <a:lnTo>
                  <a:pt x="318322" y="201494"/>
                </a:lnTo>
                <a:lnTo>
                  <a:pt x="323448" y="162269"/>
                </a:lnTo>
                <a:lnTo>
                  <a:pt x="322920" y="149131"/>
                </a:lnTo>
                <a:lnTo>
                  <a:pt x="321440" y="136705"/>
                </a:lnTo>
                <a:lnTo>
                  <a:pt x="319820" y="127775"/>
                </a:lnTo>
                <a:lnTo>
                  <a:pt x="318846" y="125255"/>
                </a:lnTo>
                <a:lnTo>
                  <a:pt x="318242" y="122566"/>
                </a:lnTo>
                <a:lnTo>
                  <a:pt x="304246" y="86085"/>
                </a:lnTo>
                <a:lnTo>
                  <a:pt x="282341" y="54462"/>
                </a:lnTo>
                <a:lnTo>
                  <a:pt x="261447" y="34723"/>
                </a:lnTo>
                <a:lnTo>
                  <a:pt x="259434" y="33146"/>
                </a:lnTo>
                <a:lnTo>
                  <a:pt x="224608" y="12586"/>
                </a:lnTo>
                <a:lnTo>
                  <a:pt x="187568" y="1622"/>
                </a:lnTo>
                <a:lnTo>
                  <a:pt x="1744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12C96FB5-92E9-ADD0-A418-F1526AFBCA4B}"/>
              </a:ext>
            </a:extLst>
          </p:cNvPr>
          <p:cNvSpPr/>
          <p:nvPr/>
        </p:nvSpPr>
        <p:spPr>
          <a:xfrm>
            <a:off x="11008347" y="5671688"/>
            <a:ext cx="839" cy="268"/>
          </a:xfrm>
          <a:custGeom>
            <a:avLst/>
            <a:gdLst/>
            <a:ahLst/>
            <a:cxnLst/>
            <a:rect l="l" t="t" r="r" b="b"/>
            <a:pathLst>
              <a:path w="839" h="268">
                <a:moveTo>
                  <a:pt x="0" y="134"/>
                </a:moveTo>
                <a:lnTo>
                  <a:pt x="839" y="134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199213EF-E688-AE02-890F-0D684F690689}"/>
              </a:ext>
            </a:extLst>
          </p:cNvPr>
          <p:cNvSpPr/>
          <p:nvPr/>
        </p:nvSpPr>
        <p:spPr>
          <a:xfrm>
            <a:off x="9997585" y="5664056"/>
            <a:ext cx="962161" cy="1193943"/>
          </a:xfrm>
          <a:custGeom>
            <a:avLst/>
            <a:gdLst/>
            <a:ahLst/>
            <a:cxnLst/>
            <a:rect l="l" t="t" r="r" b="b"/>
            <a:pathLst>
              <a:path w="962161" h="1193943">
                <a:moveTo>
                  <a:pt x="807165" y="0"/>
                </a:moveTo>
                <a:lnTo>
                  <a:pt x="801755" y="0"/>
                </a:lnTo>
                <a:lnTo>
                  <a:pt x="798360" y="840"/>
                </a:lnTo>
                <a:lnTo>
                  <a:pt x="794867" y="1041"/>
                </a:lnTo>
                <a:lnTo>
                  <a:pt x="734798" y="6966"/>
                </a:lnTo>
                <a:lnTo>
                  <a:pt x="676056" y="16833"/>
                </a:lnTo>
                <a:lnTo>
                  <a:pt x="618787" y="30520"/>
                </a:lnTo>
                <a:lnTo>
                  <a:pt x="563135" y="47904"/>
                </a:lnTo>
                <a:lnTo>
                  <a:pt x="509246" y="68860"/>
                </a:lnTo>
                <a:lnTo>
                  <a:pt x="457266" y="93265"/>
                </a:lnTo>
                <a:lnTo>
                  <a:pt x="407340" y="120996"/>
                </a:lnTo>
                <a:lnTo>
                  <a:pt x="359613" y="151929"/>
                </a:lnTo>
                <a:lnTo>
                  <a:pt x="314230" y="185940"/>
                </a:lnTo>
                <a:lnTo>
                  <a:pt x="271338" y="222907"/>
                </a:lnTo>
                <a:lnTo>
                  <a:pt x="231082" y="262705"/>
                </a:lnTo>
                <a:lnTo>
                  <a:pt x="193606" y="305211"/>
                </a:lnTo>
                <a:lnTo>
                  <a:pt x="159056" y="350302"/>
                </a:lnTo>
                <a:lnTo>
                  <a:pt x="127578" y="397853"/>
                </a:lnTo>
                <a:lnTo>
                  <a:pt x="99317" y="447743"/>
                </a:lnTo>
                <a:lnTo>
                  <a:pt x="74419" y="499846"/>
                </a:lnTo>
                <a:lnTo>
                  <a:pt x="53029" y="554039"/>
                </a:lnTo>
                <a:lnTo>
                  <a:pt x="35291" y="610200"/>
                </a:lnTo>
                <a:lnTo>
                  <a:pt x="21353" y="668204"/>
                </a:lnTo>
                <a:lnTo>
                  <a:pt x="11358" y="727927"/>
                </a:lnTo>
                <a:lnTo>
                  <a:pt x="0" y="865499"/>
                </a:lnTo>
                <a:lnTo>
                  <a:pt x="1418" y="1004954"/>
                </a:lnTo>
                <a:lnTo>
                  <a:pt x="15037" y="1145479"/>
                </a:lnTo>
                <a:lnTo>
                  <a:pt x="23727" y="1193943"/>
                </a:lnTo>
                <a:lnTo>
                  <a:pt x="355352" y="1193943"/>
                </a:lnTo>
                <a:lnTo>
                  <a:pt x="341898" y="1113243"/>
                </a:lnTo>
                <a:lnTo>
                  <a:pt x="329365" y="1005693"/>
                </a:lnTo>
                <a:lnTo>
                  <a:pt x="321723" y="895040"/>
                </a:lnTo>
                <a:lnTo>
                  <a:pt x="321119" y="845634"/>
                </a:lnTo>
                <a:lnTo>
                  <a:pt x="323882" y="797818"/>
                </a:lnTo>
                <a:lnTo>
                  <a:pt x="329902" y="751682"/>
                </a:lnTo>
                <a:lnTo>
                  <a:pt x="339071" y="707320"/>
                </a:lnTo>
                <a:lnTo>
                  <a:pt x="351278" y="664822"/>
                </a:lnTo>
                <a:lnTo>
                  <a:pt x="366416" y="624283"/>
                </a:lnTo>
                <a:lnTo>
                  <a:pt x="384373" y="585793"/>
                </a:lnTo>
                <a:lnTo>
                  <a:pt x="405042" y="549445"/>
                </a:lnTo>
                <a:lnTo>
                  <a:pt x="428313" y="515331"/>
                </a:lnTo>
                <a:lnTo>
                  <a:pt x="454077" y="483543"/>
                </a:lnTo>
                <a:lnTo>
                  <a:pt x="482223" y="454174"/>
                </a:lnTo>
                <a:lnTo>
                  <a:pt x="512645" y="427315"/>
                </a:lnTo>
                <a:lnTo>
                  <a:pt x="545231" y="403059"/>
                </a:lnTo>
                <a:lnTo>
                  <a:pt x="579873" y="381499"/>
                </a:lnTo>
                <a:lnTo>
                  <a:pt x="616461" y="362725"/>
                </a:lnTo>
                <a:lnTo>
                  <a:pt x="654886" y="346831"/>
                </a:lnTo>
                <a:lnTo>
                  <a:pt x="695039" y="333909"/>
                </a:lnTo>
                <a:lnTo>
                  <a:pt x="736811" y="324050"/>
                </a:lnTo>
                <a:lnTo>
                  <a:pt x="780093" y="317348"/>
                </a:lnTo>
                <a:lnTo>
                  <a:pt x="824774" y="313894"/>
                </a:lnTo>
                <a:lnTo>
                  <a:pt x="829143" y="312415"/>
                </a:lnTo>
                <a:lnTo>
                  <a:pt x="865965" y="301644"/>
                </a:lnTo>
                <a:lnTo>
                  <a:pt x="900190" y="281304"/>
                </a:lnTo>
                <a:lnTo>
                  <a:pt x="928647" y="253465"/>
                </a:lnTo>
                <a:lnTo>
                  <a:pt x="949159" y="220049"/>
                </a:lnTo>
                <a:lnTo>
                  <a:pt x="960575" y="182161"/>
                </a:lnTo>
                <a:lnTo>
                  <a:pt x="962161" y="168729"/>
                </a:lnTo>
                <a:lnTo>
                  <a:pt x="961699" y="153197"/>
                </a:lnTo>
                <a:lnTo>
                  <a:pt x="954002" y="110683"/>
                </a:lnTo>
                <a:lnTo>
                  <a:pt x="937808" y="74530"/>
                </a:lnTo>
                <a:lnTo>
                  <a:pt x="905158" y="36736"/>
                </a:lnTo>
                <a:lnTo>
                  <a:pt x="872878" y="16226"/>
                </a:lnTo>
                <a:lnTo>
                  <a:pt x="836699" y="3725"/>
                </a:lnTo>
                <a:lnTo>
                  <a:pt x="808846" y="470"/>
                </a:lnTo>
                <a:lnTo>
                  <a:pt x="8071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EA22F134-E949-130C-783A-2A0EC806D0D1}"/>
              </a:ext>
            </a:extLst>
          </p:cNvPr>
          <p:cNvSpPr/>
          <p:nvPr/>
        </p:nvSpPr>
        <p:spPr>
          <a:xfrm>
            <a:off x="11210949" y="5886480"/>
            <a:ext cx="444861" cy="643535"/>
          </a:xfrm>
          <a:custGeom>
            <a:avLst/>
            <a:gdLst/>
            <a:ahLst/>
            <a:cxnLst/>
            <a:rect l="l" t="t" r="r" b="b"/>
            <a:pathLst>
              <a:path w="444861" h="643535">
                <a:moveTo>
                  <a:pt x="170253" y="0"/>
                </a:moveTo>
                <a:lnTo>
                  <a:pt x="124158" y="5304"/>
                </a:lnTo>
                <a:lnTo>
                  <a:pt x="83629" y="20642"/>
                </a:lnTo>
                <a:lnTo>
                  <a:pt x="49807" y="44564"/>
                </a:lnTo>
                <a:lnTo>
                  <a:pt x="23834" y="75621"/>
                </a:lnTo>
                <a:lnTo>
                  <a:pt x="6851" y="112365"/>
                </a:lnTo>
                <a:lnTo>
                  <a:pt x="0" y="153344"/>
                </a:lnTo>
                <a:lnTo>
                  <a:pt x="483" y="168026"/>
                </a:lnTo>
                <a:lnTo>
                  <a:pt x="1957" y="181055"/>
                </a:lnTo>
                <a:lnTo>
                  <a:pt x="4274" y="192875"/>
                </a:lnTo>
                <a:lnTo>
                  <a:pt x="7350" y="204193"/>
                </a:lnTo>
                <a:lnTo>
                  <a:pt x="7909" y="206365"/>
                </a:lnTo>
                <a:lnTo>
                  <a:pt x="7438" y="206902"/>
                </a:lnTo>
                <a:lnTo>
                  <a:pt x="8346" y="208919"/>
                </a:lnTo>
                <a:lnTo>
                  <a:pt x="9959" y="212615"/>
                </a:lnTo>
                <a:lnTo>
                  <a:pt x="11976" y="218160"/>
                </a:lnTo>
                <a:lnTo>
                  <a:pt x="14294" y="223436"/>
                </a:lnTo>
                <a:lnTo>
                  <a:pt x="16848" y="228644"/>
                </a:lnTo>
                <a:lnTo>
                  <a:pt x="19471" y="234925"/>
                </a:lnTo>
                <a:lnTo>
                  <a:pt x="36736" y="278212"/>
                </a:lnTo>
                <a:lnTo>
                  <a:pt x="54909" y="326986"/>
                </a:lnTo>
                <a:lnTo>
                  <a:pt x="70651" y="371734"/>
                </a:lnTo>
                <a:lnTo>
                  <a:pt x="87898" y="423425"/>
                </a:lnTo>
                <a:lnTo>
                  <a:pt x="100094" y="461716"/>
                </a:lnTo>
                <a:lnTo>
                  <a:pt x="112753" y="503054"/>
                </a:lnTo>
                <a:lnTo>
                  <a:pt x="115264" y="515669"/>
                </a:lnTo>
                <a:lnTo>
                  <a:pt x="118654" y="527942"/>
                </a:lnTo>
                <a:lnTo>
                  <a:pt x="136196" y="564387"/>
                </a:lnTo>
                <a:lnTo>
                  <a:pt x="161625" y="595911"/>
                </a:lnTo>
                <a:lnTo>
                  <a:pt x="192819" y="620238"/>
                </a:lnTo>
                <a:lnTo>
                  <a:pt x="228736" y="636426"/>
                </a:lnTo>
                <a:lnTo>
                  <a:pt x="268333" y="643535"/>
                </a:lnTo>
                <a:lnTo>
                  <a:pt x="283623" y="643166"/>
                </a:lnTo>
                <a:lnTo>
                  <a:pt x="322977" y="636817"/>
                </a:lnTo>
                <a:lnTo>
                  <a:pt x="366961" y="616760"/>
                </a:lnTo>
                <a:lnTo>
                  <a:pt x="397871" y="591413"/>
                </a:lnTo>
                <a:lnTo>
                  <a:pt x="421889" y="560232"/>
                </a:lnTo>
                <a:lnTo>
                  <a:pt x="437918" y="524246"/>
                </a:lnTo>
                <a:lnTo>
                  <a:pt x="444861" y="484484"/>
                </a:lnTo>
                <a:lnTo>
                  <a:pt x="444703" y="468561"/>
                </a:lnTo>
                <a:lnTo>
                  <a:pt x="433385" y="411950"/>
                </a:lnTo>
                <a:lnTo>
                  <a:pt x="422694" y="373497"/>
                </a:lnTo>
                <a:lnTo>
                  <a:pt x="411178" y="334974"/>
                </a:lnTo>
                <a:lnTo>
                  <a:pt x="398794" y="296701"/>
                </a:lnTo>
                <a:lnTo>
                  <a:pt x="385499" y="258994"/>
                </a:lnTo>
                <a:lnTo>
                  <a:pt x="371250" y="222173"/>
                </a:lnTo>
                <a:lnTo>
                  <a:pt x="356005" y="186554"/>
                </a:lnTo>
                <a:lnTo>
                  <a:pt x="331176" y="136076"/>
                </a:lnTo>
                <a:lnTo>
                  <a:pt x="303863" y="90092"/>
                </a:lnTo>
                <a:lnTo>
                  <a:pt x="294181" y="75948"/>
                </a:lnTo>
                <a:lnTo>
                  <a:pt x="287047" y="65394"/>
                </a:lnTo>
                <a:lnTo>
                  <a:pt x="279129" y="55482"/>
                </a:lnTo>
                <a:lnTo>
                  <a:pt x="276471" y="52392"/>
                </a:lnTo>
                <a:lnTo>
                  <a:pt x="275564" y="50846"/>
                </a:lnTo>
                <a:lnTo>
                  <a:pt x="274489" y="49602"/>
                </a:lnTo>
                <a:lnTo>
                  <a:pt x="273851" y="49233"/>
                </a:lnTo>
                <a:lnTo>
                  <a:pt x="273615" y="48897"/>
                </a:lnTo>
                <a:lnTo>
                  <a:pt x="244045" y="24536"/>
                </a:lnTo>
                <a:lnTo>
                  <a:pt x="209191" y="7795"/>
                </a:lnTo>
                <a:lnTo>
                  <a:pt x="183612" y="1522"/>
                </a:lnTo>
                <a:lnTo>
                  <a:pt x="1702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F26F38A5-9E4B-1D5F-995F-707BA7701241}"/>
              </a:ext>
            </a:extLst>
          </p:cNvPr>
          <p:cNvSpPr/>
          <p:nvPr/>
        </p:nvSpPr>
        <p:spPr>
          <a:xfrm>
            <a:off x="10695958" y="6359837"/>
            <a:ext cx="362188" cy="498162"/>
          </a:xfrm>
          <a:custGeom>
            <a:avLst/>
            <a:gdLst/>
            <a:ahLst/>
            <a:cxnLst/>
            <a:rect l="l" t="t" r="r" b="b"/>
            <a:pathLst>
              <a:path w="362188" h="498162">
                <a:moveTo>
                  <a:pt x="168605" y="0"/>
                </a:moveTo>
                <a:lnTo>
                  <a:pt x="124179" y="3405"/>
                </a:lnTo>
                <a:lnTo>
                  <a:pt x="72482" y="22741"/>
                </a:lnTo>
                <a:lnTo>
                  <a:pt x="37035" y="56277"/>
                </a:lnTo>
                <a:lnTo>
                  <a:pt x="15019" y="100559"/>
                </a:lnTo>
                <a:lnTo>
                  <a:pt x="3614" y="152131"/>
                </a:lnTo>
                <a:lnTo>
                  <a:pt x="0" y="207538"/>
                </a:lnTo>
                <a:lnTo>
                  <a:pt x="61" y="227114"/>
                </a:lnTo>
                <a:lnTo>
                  <a:pt x="2426" y="281407"/>
                </a:lnTo>
                <a:lnTo>
                  <a:pt x="14307" y="395485"/>
                </a:lnTo>
                <a:lnTo>
                  <a:pt x="33239" y="498162"/>
                </a:lnTo>
                <a:lnTo>
                  <a:pt x="362188" y="498162"/>
                </a:lnTo>
                <a:lnTo>
                  <a:pt x="346300" y="442421"/>
                </a:lnTo>
                <a:lnTo>
                  <a:pt x="326628" y="345488"/>
                </a:lnTo>
                <a:lnTo>
                  <a:pt x="314095" y="244900"/>
                </a:lnTo>
                <a:lnTo>
                  <a:pt x="312591" y="226262"/>
                </a:lnTo>
                <a:lnTo>
                  <a:pt x="311162" y="207538"/>
                </a:lnTo>
                <a:lnTo>
                  <a:pt x="309850" y="190998"/>
                </a:lnTo>
                <a:lnTo>
                  <a:pt x="303834" y="137777"/>
                </a:lnTo>
                <a:lnTo>
                  <a:pt x="292414" y="88761"/>
                </a:lnTo>
                <a:lnTo>
                  <a:pt x="271952" y="47398"/>
                </a:lnTo>
                <a:lnTo>
                  <a:pt x="238809" y="17133"/>
                </a:lnTo>
                <a:lnTo>
                  <a:pt x="189348" y="1412"/>
                </a:lnTo>
                <a:lnTo>
                  <a:pt x="1686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71E41F2C-E8AB-5BB0-B24D-67E78A4EC210}"/>
              </a:ext>
            </a:extLst>
          </p:cNvPr>
          <p:cNvSpPr txBox="1"/>
          <p:nvPr/>
        </p:nvSpPr>
        <p:spPr>
          <a:xfrm>
            <a:off x="333632" y="3492019"/>
            <a:ext cx="7606258" cy="93324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12700">
              <a:defRPr/>
            </a:pPr>
            <a:r>
              <a:rPr kumimoji="0" lang="en-US" sz="44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Sprint 80 </a:t>
            </a:r>
            <a:r>
              <a:rPr lang="en-US" sz="4400" b="1" spc="110">
                <a:solidFill>
                  <a:srgbClr val="FFFFFF"/>
                </a:solidFill>
                <a:latin typeface="Arial"/>
                <a:cs typeface="Arial"/>
              </a:rPr>
              <a:t>Achievements</a:t>
            </a:r>
          </a:p>
          <a:p>
            <a:pPr marL="12700">
              <a:defRPr/>
            </a:pPr>
            <a:endParaRPr lang="en-US" sz="4400" b="1" spc="11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defRPr/>
            </a:pPr>
            <a:r>
              <a:rPr kumimoji="0" lang="en-US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Goal 4: </a:t>
            </a:r>
            <a:r>
              <a:rPr kumimoji="0" lang="en-GB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Continue work on App SDK development</a:t>
            </a:r>
          </a:p>
        </p:txBody>
      </p:sp>
      <p:sp>
        <p:nvSpPr>
          <p:cNvPr id="48" name="object 47">
            <a:extLst>
              <a:ext uri="{FF2B5EF4-FFF2-40B4-BE49-F238E27FC236}">
                <a16:creationId xmlns:a16="http://schemas.microsoft.com/office/drawing/2014/main" id="{B122F467-C842-22B6-D6A1-AC714C0C06E3}"/>
              </a:ext>
            </a:extLst>
          </p:cNvPr>
          <p:cNvSpPr txBox="1"/>
          <p:nvPr/>
        </p:nvSpPr>
        <p:spPr>
          <a:xfrm>
            <a:off x="482600" y="5232400"/>
            <a:ext cx="8665742" cy="8128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Dubai" panose="020B0503030403030204" pitchFamily="34" charset="-78"/>
            </a:endParaRP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34317021-9148-BC51-821F-BF7036D95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9952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00BFD-4715-8B55-0652-2B19EED0A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D2A9-02ED-7C20-DA15-D86C7ECB6611}"/>
              </a:ext>
            </a:extLst>
          </p:cNvPr>
          <p:cNvSpPr txBox="1">
            <a:spLocks/>
          </p:cNvSpPr>
          <p:nvPr/>
        </p:nvSpPr>
        <p:spPr>
          <a:xfrm>
            <a:off x="487012" y="-228854"/>
            <a:ext cx="11074366" cy="926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2400" b="1">
                <a:solidFill>
                  <a:srgbClr val="00A36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Team progressed on the committed items under Goal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548CF0-789A-6F73-C142-79E315B6F109}"/>
              </a:ext>
            </a:extLst>
          </p:cNvPr>
          <p:cNvSpPr/>
          <p:nvPr/>
        </p:nvSpPr>
        <p:spPr>
          <a:xfrm>
            <a:off x="570633" y="417347"/>
            <a:ext cx="11188007" cy="629578"/>
          </a:xfrm>
          <a:prstGeom prst="rect">
            <a:avLst/>
          </a:prstGeom>
          <a:solidFill>
            <a:srgbClr val="0076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kumimoji="0" lang="en-GB" sz="14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Continue work on App SDK development</a:t>
            </a:r>
            <a:endParaRPr lang="en-US" sz="1400" b="1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CA2933-3E4A-94BF-1F68-0A4317E85545}"/>
              </a:ext>
            </a:extLst>
          </p:cNvPr>
          <p:cNvCxnSpPr/>
          <p:nvPr/>
        </p:nvCxnSpPr>
        <p:spPr>
          <a:xfrm>
            <a:off x="1289785" y="1063649"/>
            <a:ext cx="0" cy="548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Target with solid fill">
            <a:extLst>
              <a:ext uri="{FF2B5EF4-FFF2-40B4-BE49-F238E27FC236}">
                <a16:creationId xmlns:a16="http://schemas.microsoft.com/office/drawing/2014/main" id="{A84DB57B-9252-54BD-E164-334FC48035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227" y="457014"/>
            <a:ext cx="550244" cy="550244"/>
          </a:xfrm>
          <a:prstGeom prst="rect">
            <a:avLst/>
          </a:prstGeom>
        </p:spPr>
      </p:pic>
      <p:graphicFrame>
        <p:nvGraphicFramePr>
          <p:cNvPr id="9" name="Table 10">
            <a:extLst>
              <a:ext uri="{FF2B5EF4-FFF2-40B4-BE49-F238E27FC236}">
                <a16:creationId xmlns:a16="http://schemas.microsoft.com/office/drawing/2014/main" id="{791A89C3-29E5-E41A-9D21-A86CD990E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395790"/>
              </p:ext>
            </p:extLst>
          </p:nvPr>
        </p:nvGraphicFramePr>
        <p:xfrm>
          <a:off x="566227" y="1063649"/>
          <a:ext cx="11184329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>
                  <a:extLst>
                    <a:ext uri="{9D8B030D-6E8A-4147-A177-3AD203B41FA5}">
                      <a16:colId xmlns:a16="http://schemas.microsoft.com/office/drawing/2014/main" val="3065970671"/>
                    </a:ext>
                  </a:extLst>
                </a:gridCol>
                <a:gridCol w="5374640">
                  <a:extLst>
                    <a:ext uri="{9D8B030D-6E8A-4147-A177-3AD203B41FA5}">
                      <a16:colId xmlns:a16="http://schemas.microsoft.com/office/drawing/2014/main" val="2724941581"/>
                    </a:ext>
                  </a:extLst>
                </a:gridCol>
                <a:gridCol w="1174242">
                  <a:extLst>
                    <a:ext uri="{9D8B030D-6E8A-4147-A177-3AD203B41FA5}">
                      <a16:colId xmlns:a16="http://schemas.microsoft.com/office/drawing/2014/main" val="1351413693"/>
                    </a:ext>
                  </a:extLst>
                </a:gridCol>
                <a:gridCol w="3920998">
                  <a:extLst>
                    <a:ext uri="{9D8B030D-6E8A-4147-A177-3AD203B41FA5}">
                      <a16:colId xmlns:a16="http://schemas.microsoft.com/office/drawing/2014/main" val="3797513455"/>
                    </a:ext>
                  </a:extLst>
                </a:gridCol>
              </a:tblGrid>
              <a:tr h="218824"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Item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Status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Comments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640909"/>
                  </a:ext>
                </a:extLst>
              </a:tr>
              <a:tr h="820591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AE" sz="12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SDK Implementation</a:t>
                      </a:r>
                      <a:endParaRPr lang="en-U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  <a:endParaRPr lang="en-US" sz="1200" b="1"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389200"/>
                  </a:ext>
                </a:extLst>
              </a:tr>
            </a:tbl>
          </a:graphicData>
        </a:graphic>
      </p:graphicFrame>
      <p:sp>
        <p:nvSpPr>
          <p:cNvPr id="14" name="Slide Number Placeholder 46">
            <a:extLst>
              <a:ext uri="{FF2B5EF4-FFF2-40B4-BE49-F238E27FC236}">
                <a16:creationId xmlns:a16="http://schemas.microsoft.com/office/drawing/2014/main" id="{8F5A5D7B-7D2E-C436-E1CD-F49DC775C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113" y="635591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361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btfpColumnIndicatorGroup2">
            <a:extLst>
              <a:ext uri="{FF2B5EF4-FFF2-40B4-BE49-F238E27FC236}">
                <a16:creationId xmlns:a16="http://schemas.microsoft.com/office/drawing/2014/main" id="{B42F0D39-C3D5-448E-90F9-3B8BB58F4FE7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56" name="btfpColumnGapBlocker311399">
              <a:extLst>
                <a:ext uri="{FF2B5EF4-FFF2-40B4-BE49-F238E27FC236}">
                  <a16:creationId xmlns:a16="http://schemas.microsoft.com/office/drawing/2014/main" id="{1D027D7B-FD73-4224-8F7E-AF9264B6E667}"/>
                </a:ext>
              </a:extLst>
            </p:cNvPr>
            <p:cNvSpPr/>
            <p:nvPr/>
          </p:nvSpPr>
          <p:spPr>
            <a:xfrm>
              <a:off x="11353800" y="6926580"/>
              <a:ext cx="838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btfpColumnGapBlocker573757">
              <a:extLst>
                <a:ext uri="{FF2B5EF4-FFF2-40B4-BE49-F238E27FC236}">
                  <a16:creationId xmlns:a16="http://schemas.microsoft.com/office/drawing/2014/main" id="{FA96BE27-0164-4A46-A5D9-675E07394EE2}"/>
                </a:ext>
              </a:extLst>
            </p:cNvPr>
            <p:cNvSpPr/>
            <p:nvPr/>
          </p:nvSpPr>
          <p:spPr>
            <a:xfrm>
              <a:off x="0" y="6926580"/>
              <a:ext cx="838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2" name="btfpColumnIndicator450995">
              <a:extLst>
                <a:ext uri="{FF2B5EF4-FFF2-40B4-BE49-F238E27FC236}">
                  <a16:creationId xmlns:a16="http://schemas.microsoft.com/office/drawing/2014/main" id="{983357C2-A28D-4FEF-B386-684DE31ADB47}"/>
                </a:ext>
              </a:extLst>
            </p:cNvPr>
            <p:cNvCxnSpPr/>
            <p:nvPr/>
          </p:nvCxnSpPr>
          <p:spPr>
            <a:xfrm flipH="1" flipV="1">
              <a:off x="11353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btfpColumnIndicator433869">
              <a:extLst>
                <a:ext uri="{FF2B5EF4-FFF2-40B4-BE49-F238E27FC236}">
                  <a16:creationId xmlns:a16="http://schemas.microsoft.com/office/drawing/2014/main" id="{84674234-986D-4786-9A35-C56845FA9A98}"/>
                </a:ext>
              </a:extLst>
            </p:cNvPr>
            <p:cNvCxnSpPr/>
            <p:nvPr/>
          </p:nvCxnSpPr>
          <p:spPr>
            <a:xfrm flipH="1" flipV="1">
              <a:off x="838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btfpColumnIndicatorGroup1">
            <a:extLst>
              <a:ext uri="{FF2B5EF4-FFF2-40B4-BE49-F238E27FC236}">
                <a16:creationId xmlns:a16="http://schemas.microsoft.com/office/drawing/2014/main" id="{E6836EC0-7E72-4625-A45D-C76A7AEAA81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55" name="btfpColumnGapBlocker854573">
              <a:extLst>
                <a:ext uri="{FF2B5EF4-FFF2-40B4-BE49-F238E27FC236}">
                  <a16:creationId xmlns:a16="http://schemas.microsoft.com/office/drawing/2014/main" id="{B92429FE-D4A3-4E91-8272-69D3E1662163}"/>
                </a:ext>
              </a:extLst>
            </p:cNvPr>
            <p:cNvSpPr/>
            <p:nvPr/>
          </p:nvSpPr>
          <p:spPr>
            <a:xfrm>
              <a:off x="11353800" y="-205740"/>
              <a:ext cx="838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btfpColumnGapBlocker243245">
              <a:extLst>
                <a:ext uri="{FF2B5EF4-FFF2-40B4-BE49-F238E27FC236}">
                  <a16:creationId xmlns:a16="http://schemas.microsoft.com/office/drawing/2014/main" id="{54AE445B-E5DA-420F-A751-384D95284CAB}"/>
                </a:ext>
              </a:extLst>
            </p:cNvPr>
            <p:cNvSpPr/>
            <p:nvPr/>
          </p:nvSpPr>
          <p:spPr>
            <a:xfrm>
              <a:off x="0" y="-205740"/>
              <a:ext cx="838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1" name="btfpColumnIndicator125301">
              <a:extLst>
                <a:ext uri="{FF2B5EF4-FFF2-40B4-BE49-F238E27FC236}">
                  <a16:creationId xmlns:a16="http://schemas.microsoft.com/office/drawing/2014/main" id="{4D1F9990-0CF3-45C1-AF5E-60F3664EF80E}"/>
                </a:ext>
              </a:extLst>
            </p:cNvPr>
            <p:cNvCxnSpPr/>
            <p:nvPr/>
          </p:nvCxnSpPr>
          <p:spPr>
            <a:xfrm flipH="1" flipV="1">
              <a:off x="11353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btfpColumnIndicator182840">
              <a:extLst>
                <a:ext uri="{FF2B5EF4-FFF2-40B4-BE49-F238E27FC236}">
                  <a16:creationId xmlns:a16="http://schemas.microsoft.com/office/drawing/2014/main" id="{54886B01-9BDE-49CB-8DA2-14A92BC0ED0F}"/>
                </a:ext>
              </a:extLst>
            </p:cNvPr>
            <p:cNvCxnSpPr/>
            <p:nvPr/>
          </p:nvCxnSpPr>
          <p:spPr>
            <a:xfrm flipH="1" flipV="1">
              <a:off x="838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4534" y="406855"/>
            <a:ext cx="457687" cy="162576"/>
          </a:xfrm>
          <a:custGeom>
            <a:avLst/>
            <a:gdLst/>
            <a:ahLst/>
            <a:cxnLst/>
            <a:rect l="l" t="t" r="r" b="b"/>
            <a:pathLst>
              <a:path w="457687" h="162576">
                <a:moveTo>
                  <a:pt x="111153" y="110803"/>
                </a:moveTo>
                <a:lnTo>
                  <a:pt x="79853" y="110803"/>
                </a:lnTo>
                <a:lnTo>
                  <a:pt x="88133" y="121015"/>
                </a:lnTo>
                <a:lnTo>
                  <a:pt x="97550" y="129539"/>
                </a:lnTo>
                <a:lnTo>
                  <a:pt x="108420" y="136019"/>
                </a:lnTo>
                <a:lnTo>
                  <a:pt x="121033" y="140071"/>
                </a:lnTo>
                <a:lnTo>
                  <a:pt x="133464" y="141382"/>
                </a:lnTo>
                <a:lnTo>
                  <a:pt x="218524" y="141382"/>
                </a:lnTo>
                <a:lnTo>
                  <a:pt x="226891" y="151379"/>
                </a:lnTo>
                <a:lnTo>
                  <a:pt x="237331" y="158444"/>
                </a:lnTo>
                <a:lnTo>
                  <a:pt x="249791" y="162576"/>
                </a:lnTo>
                <a:lnTo>
                  <a:pt x="267638" y="162215"/>
                </a:lnTo>
                <a:lnTo>
                  <a:pt x="281603" y="159664"/>
                </a:lnTo>
                <a:lnTo>
                  <a:pt x="292389" y="154991"/>
                </a:lnTo>
                <a:lnTo>
                  <a:pt x="300700" y="148262"/>
                </a:lnTo>
                <a:lnTo>
                  <a:pt x="305255" y="147562"/>
                </a:lnTo>
                <a:lnTo>
                  <a:pt x="262794" y="147559"/>
                </a:lnTo>
                <a:lnTo>
                  <a:pt x="232644" y="123610"/>
                </a:lnTo>
                <a:lnTo>
                  <a:pt x="136343" y="123610"/>
                </a:lnTo>
                <a:lnTo>
                  <a:pt x="122795" y="121009"/>
                </a:lnTo>
                <a:lnTo>
                  <a:pt x="112602" y="113468"/>
                </a:lnTo>
                <a:lnTo>
                  <a:pt x="111153" y="110803"/>
                </a:lnTo>
                <a:close/>
              </a:path>
              <a:path w="457687" h="162576">
                <a:moveTo>
                  <a:pt x="302686" y="64829"/>
                </a:moveTo>
                <a:lnTo>
                  <a:pt x="253254" y="64829"/>
                </a:lnTo>
                <a:lnTo>
                  <a:pt x="270847" y="64997"/>
                </a:lnTo>
                <a:lnTo>
                  <a:pt x="281728" y="68784"/>
                </a:lnTo>
                <a:lnTo>
                  <a:pt x="290353" y="81637"/>
                </a:lnTo>
                <a:lnTo>
                  <a:pt x="294202" y="92521"/>
                </a:lnTo>
                <a:lnTo>
                  <a:pt x="294291" y="94258"/>
                </a:lnTo>
                <a:lnTo>
                  <a:pt x="293514" y="113801"/>
                </a:lnTo>
                <a:lnTo>
                  <a:pt x="263341" y="147559"/>
                </a:lnTo>
                <a:lnTo>
                  <a:pt x="262810" y="147562"/>
                </a:lnTo>
                <a:lnTo>
                  <a:pt x="305274" y="147559"/>
                </a:lnTo>
                <a:lnTo>
                  <a:pt x="345477" y="141382"/>
                </a:lnTo>
                <a:lnTo>
                  <a:pt x="404218" y="141378"/>
                </a:lnTo>
                <a:lnTo>
                  <a:pt x="418985" y="139524"/>
                </a:lnTo>
                <a:lnTo>
                  <a:pt x="431706" y="134230"/>
                </a:lnTo>
                <a:lnTo>
                  <a:pt x="441481" y="126445"/>
                </a:lnTo>
                <a:lnTo>
                  <a:pt x="404218" y="126445"/>
                </a:lnTo>
                <a:lnTo>
                  <a:pt x="390795" y="123809"/>
                </a:lnTo>
                <a:lnTo>
                  <a:pt x="390170" y="123351"/>
                </a:lnTo>
                <a:lnTo>
                  <a:pt x="314064" y="123351"/>
                </a:lnTo>
                <a:lnTo>
                  <a:pt x="315559" y="117881"/>
                </a:lnTo>
                <a:lnTo>
                  <a:pt x="315669" y="117246"/>
                </a:lnTo>
                <a:lnTo>
                  <a:pt x="316301" y="112390"/>
                </a:lnTo>
                <a:lnTo>
                  <a:pt x="316241" y="103631"/>
                </a:lnTo>
                <a:lnTo>
                  <a:pt x="315212" y="91287"/>
                </a:lnTo>
                <a:lnTo>
                  <a:pt x="311726" y="78849"/>
                </a:lnTo>
                <a:lnTo>
                  <a:pt x="305961" y="68057"/>
                </a:lnTo>
                <a:lnTo>
                  <a:pt x="302686" y="64829"/>
                </a:lnTo>
                <a:close/>
              </a:path>
              <a:path w="457687" h="162576">
                <a:moveTo>
                  <a:pt x="442681" y="40921"/>
                </a:moveTo>
                <a:lnTo>
                  <a:pt x="395288" y="40921"/>
                </a:lnTo>
                <a:lnTo>
                  <a:pt x="412385" y="42312"/>
                </a:lnTo>
                <a:lnTo>
                  <a:pt x="424750" y="47822"/>
                </a:lnTo>
                <a:lnTo>
                  <a:pt x="432824" y="57063"/>
                </a:lnTo>
                <a:lnTo>
                  <a:pt x="437047" y="69649"/>
                </a:lnTo>
                <a:lnTo>
                  <a:pt x="436310" y="88762"/>
                </a:lnTo>
                <a:lnTo>
                  <a:pt x="418235" y="123749"/>
                </a:lnTo>
                <a:lnTo>
                  <a:pt x="404218" y="126445"/>
                </a:lnTo>
                <a:lnTo>
                  <a:pt x="441481" y="126445"/>
                </a:lnTo>
                <a:lnTo>
                  <a:pt x="442159" y="125904"/>
                </a:lnTo>
                <a:lnTo>
                  <a:pt x="450122" y="114951"/>
                </a:lnTo>
                <a:lnTo>
                  <a:pt x="455372" y="101778"/>
                </a:lnTo>
                <a:lnTo>
                  <a:pt x="457687" y="86790"/>
                </a:lnTo>
                <a:lnTo>
                  <a:pt x="456331" y="70588"/>
                </a:lnTo>
                <a:lnTo>
                  <a:pt x="456209" y="69649"/>
                </a:lnTo>
                <a:lnTo>
                  <a:pt x="452057" y="55354"/>
                </a:lnTo>
                <a:lnTo>
                  <a:pt x="445243" y="43456"/>
                </a:lnTo>
                <a:lnTo>
                  <a:pt x="442681" y="40921"/>
                </a:lnTo>
                <a:close/>
              </a:path>
              <a:path w="457687" h="162576">
                <a:moveTo>
                  <a:pt x="182460" y="24458"/>
                </a:moveTo>
                <a:lnTo>
                  <a:pt x="164436" y="24458"/>
                </a:lnTo>
                <a:lnTo>
                  <a:pt x="164369" y="100350"/>
                </a:lnTo>
                <a:lnTo>
                  <a:pt x="163140" y="108170"/>
                </a:lnTo>
                <a:lnTo>
                  <a:pt x="160179" y="113801"/>
                </a:lnTo>
                <a:lnTo>
                  <a:pt x="156963" y="120003"/>
                </a:lnTo>
                <a:lnTo>
                  <a:pt x="149754" y="123610"/>
                </a:lnTo>
                <a:lnTo>
                  <a:pt x="232644" y="123610"/>
                </a:lnTo>
                <a:lnTo>
                  <a:pt x="232586" y="123351"/>
                </a:lnTo>
                <a:lnTo>
                  <a:pt x="177568" y="123351"/>
                </a:lnTo>
                <a:lnTo>
                  <a:pt x="181058" y="112390"/>
                </a:lnTo>
                <a:lnTo>
                  <a:pt x="182315" y="99918"/>
                </a:lnTo>
                <a:lnTo>
                  <a:pt x="182442" y="64829"/>
                </a:lnTo>
                <a:lnTo>
                  <a:pt x="182460" y="24458"/>
                </a:lnTo>
                <a:close/>
              </a:path>
              <a:path w="457687" h="162576">
                <a:moveTo>
                  <a:pt x="103378" y="0"/>
                </a:moveTo>
                <a:lnTo>
                  <a:pt x="48781" y="0"/>
                </a:lnTo>
                <a:lnTo>
                  <a:pt x="35457" y="1923"/>
                </a:lnTo>
                <a:lnTo>
                  <a:pt x="6958" y="27819"/>
                </a:lnTo>
                <a:lnTo>
                  <a:pt x="0" y="58967"/>
                </a:lnTo>
                <a:lnTo>
                  <a:pt x="1331" y="75544"/>
                </a:lnTo>
                <a:lnTo>
                  <a:pt x="20256" y="113586"/>
                </a:lnTo>
                <a:lnTo>
                  <a:pt x="42039" y="123433"/>
                </a:lnTo>
                <a:lnTo>
                  <a:pt x="57974" y="122108"/>
                </a:lnTo>
                <a:lnTo>
                  <a:pt x="70439" y="117881"/>
                </a:lnTo>
                <a:lnTo>
                  <a:pt x="79853" y="110803"/>
                </a:lnTo>
                <a:lnTo>
                  <a:pt x="111153" y="110803"/>
                </a:lnTo>
                <a:lnTo>
                  <a:pt x="109722" y="108170"/>
                </a:lnTo>
                <a:lnTo>
                  <a:pt x="61047" y="108159"/>
                </a:lnTo>
                <a:lnTo>
                  <a:pt x="45745" y="106450"/>
                </a:lnTo>
                <a:lnTo>
                  <a:pt x="33819" y="100350"/>
                </a:lnTo>
                <a:lnTo>
                  <a:pt x="25264" y="90664"/>
                </a:lnTo>
                <a:lnTo>
                  <a:pt x="20005" y="78268"/>
                </a:lnTo>
                <a:lnTo>
                  <a:pt x="17917" y="63915"/>
                </a:lnTo>
                <a:lnTo>
                  <a:pt x="19631" y="46656"/>
                </a:lnTo>
                <a:lnTo>
                  <a:pt x="24561" y="32334"/>
                </a:lnTo>
                <a:lnTo>
                  <a:pt x="32300" y="21598"/>
                </a:lnTo>
                <a:lnTo>
                  <a:pt x="42442" y="15098"/>
                </a:lnTo>
                <a:lnTo>
                  <a:pt x="84832" y="13385"/>
                </a:lnTo>
                <a:lnTo>
                  <a:pt x="103385" y="13385"/>
                </a:lnTo>
                <a:lnTo>
                  <a:pt x="103378" y="0"/>
                </a:lnTo>
                <a:close/>
              </a:path>
              <a:path w="457687" h="162576">
                <a:moveTo>
                  <a:pt x="272814" y="47847"/>
                </a:moveTo>
                <a:lnTo>
                  <a:pt x="232245" y="55763"/>
                </a:lnTo>
                <a:lnTo>
                  <a:pt x="209224" y="96906"/>
                </a:lnTo>
                <a:lnTo>
                  <a:pt x="209233" y="106373"/>
                </a:lnTo>
                <a:lnTo>
                  <a:pt x="209353" y="113801"/>
                </a:lnTo>
                <a:lnTo>
                  <a:pt x="210682" y="122880"/>
                </a:lnTo>
                <a:lnTo>
                  <a:pt x="180399" y="123351"/>
                </a:lnTo>
                <a:lnTo>
                  <a:pt x="232586" y="123351"/>
                </a:lnTo>
                <a:lnTo>
                  <a:pt x="230453" y="113801"/>
                </a:lnTo>
                <a:lnTo>
                  <a:pt x="231000" y="96906"/>
                </a:lnTo>
                <a:lnTo>
                  <a:pt x="233343" y="85086"/>
                </a:lnTo>
                <a:lnTo>
                  <a:pt x="243201" y="71539"/>
                </a:lnTo>
                <a:lnTo>
                  <a:pt x="253254" y="64829"/>
                </a:lnTo>
                <a:lnTo>
                  <a:pt x="302686" y="64829"/>
                </a:lnTo>
                <a:lnTo>
                  <a:pt x="295591" y="57834"/>
                </a:lnTo>
                <a:lnTo>
                  <a:pt x="284644" y="51245"/>
                </a:lnTo>
                <a:lnTo>
                  <a:pt x="272814" y="47847"/>
                </a:lnTo>
                <a:close/>
              </a:path>
              <a:path w="457687" h="162576">
                <a:moveTo>
                  <a:pt x="404474" y="24716"/>
                </a:moveTo>
                <a:lnTo>
                  <a:pt x="366054" y="40002"/>
                </a:lnTo>
                <a:lnTo>
                  <a:pt x="350378" y="77989"/>
                </a:lnTo>
                <a:lnTo>
                  <a:pt x="350274" y="78849"/>
                </a:lnTo>
                <a:lnTo>
                  <a:pt x="351159" y="94258"/>
                </a:lnTo>
                <a:lnTo>
                  <a:pt x="354022" y="106989"/>
                </a:lnTo>
                <a:lnTo>
                  <a:pt x="358806" y="117426"/>
                </a:lnTo>
                <a:lnTo>
                  <a:pt x="345477" y="123351"/>
                </a:lnTo>
                <a:lnTo>
                  <a:pt x="390170" y="123351"/>
                </a:lnTo>
                <a:lnTo>
                  <a:pt x="380507" y="116276"/>
                </a:lnTo>
                <a:lnTo>
                  <a:pt x="373673" y="104407"/>
                </a:lnTo>
                <a:lnTo>
                  <a:pt x="370616" y="88762"/>
                </a:lnTo>
                <a:lnTo>
                  <a:pt x="372119" y="70588"/>
                </a:lnTo>
                <a:lnTo>
                  <a:pt x="376766" y="56458"/>
                </a:lnTo>
                <a:lnTo>
                  <a:pt x="384506" y="46519"/>
                </a:lnTo>
                <a:lnTo>
                  <a:pt x="395288" y="40921"/>
                </a:lnTo>
                <a:lnTo>
                  <a:pt x="442681" y="40921"/>
                </a:lnTo>
                <a:lnTo>
                  <a:pt x="436018" y="34328"/>
                </a:lnTo>
                <a:lnTo>
                  <a:pt x="424575" y="28137"/>
                </a:lnTo>
                <a:lnTo>
                  <a:pt x="411107" y="25049"/>
                </a:lnTo>
                <a:lnTo>
                  <a:pt x="404474" y="24716"/>
                </a:lnTo>
                <a:close/>
              </a:path>
              <a:path w="457687" h="162576">
                <a:moveTo>
                  <a:pt x="103385" y="13385"/>
                </a:moveTo>
                <a:lnTo>
                  <a:pt x="84832" y="13385"/>
                </a:lnTo>
                <a:lnTo>
                  <a:pt x="84832" y="58967"/>
                </a:lnTo>
                <a:lnTo>
                  <a:pt x="83109" y="77989"/>
                </a:lnTo>
                <a:lnTo>
                  <a:pt x="78587" y="92521"/>
                </a:lnTo>
                <a:lnTo>
                  <a:pt x="71267" y="102576"/>
                </a:lnTo>
                <a:lnTo>
                  <a:pt x="61149" y="108170"/>
                </a:lnTo>
                <a:lnTo>
                  <a:pt x="109722" y="108170"/>
                </a:lnTo>
                <a:lnTo>
                  <a:pt x="106058" y="101430"/>
                </a:lnTo>
                <a:lnTo>
                  <a:pt x="103419" y="85224"/>
                </a:lnTo>
                <a:lnTo>
                  <a:pt x="103385" y="133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62340" y="381613"/>
            <a:ext cx="131860" cy="208854"/>
          </a:xfrm>
          <a:custGeom>
            <a:avLst/>
            <a:gdLst/>
            <a:ahLst/>
            <a:cxnLst/>
            <a:rect l="l" t="t" r="r" b="b"/>
            <a:pathLst>
              <a:path w="131860" h="208852">
                <a:moveTo>
                  <a:pt x="54081" y="49701"/>
                </a:moveTo>
                <a:lnTo>
                  <a:pt x="36051" y="49701"/>
                </a:lnTo>
                <a:lnTo>
                  <a:pt x="35999" y="148592"/>
                </a:lnTo>
                <a:lnTo>
                  <a:pt x="34220" y="166001"/>
                </a:lnTo>
                <a:lnTo>
                  <a:pt x="28740" y="178972"/>
                </a:lnTo>
                <a:lnTo>
                  <a:pt x="19628" y="187276"/>
                </a:lnTo>
                <a:lnTo>
                  <a:pt x="6900" y="191194"/>
                </a:lnTo>
                <a:lnTo>
                  <a:pt x="0" y="208854"/>
                </a:lnTo>
                <a:lnTo>
                  <a:pt x="38839" y="194028"/>
                </a:lnTo>
                <a:lnTo>
                  <a:pt x="51351" y="170892"/>
                </a:lnTo>
                <a:lnTo>
                  <a:pt x="96574" y="166622"/>
                </a:lnTo>
                <a:lnTo>
                  <a:pt x="110460" y="163769"/>
                </a:lnTo>
                <a:lnTo>
                  <a:pt x="120896" y="156880"/>
                </a:lnTo>
                <a:lnTo>
                  <a:pt x="126147" y="148592"/>
                </a:lnTo>
                <a:lnTo>
                  <a:pt x="54081" y="148592"/>
                </a:lnTo>
                <a:lnTo>
                  <a:pt x="54081" y="49701"/>
                </a:lnTo>
                <a:close/>
              </a:path>
              <a:path w="131860" h="208852">
                <a:moveTo>
                  <a:pt x="131860" y="0"/>
                </a:moveTo>
                <a:lnTo>
                  <a:pt x="113836" y="0"/>
                </a:lnTo>
                <a:lnTo>
                  <a:pt x="113836" y="125162"/>
                </a:lnTo>
                <a:lnTo>
                  <a:pt x="112549" y="133399"/>
                </a:lnTo>
                <a:lnTo>
                  <a:pt x="109973" y="138035"/>
                </a:lnTo>
                <a:lnTo>
                  <a:pt x="106898" y="144186"/>
                </a:lnTo>
                <a:lnTo>
                  <a:pt x="101177" y="147685"/>
                </a:lnTo>
                <a:lnTo>
                  <a:pt x="92701" y="148592"/>
                </a:lnTo>
                <a:lnTo>
                  <a:pt x="126147" y="148592"/>
                </a:lnTo>
                <a:lnTo>
                  <a:pt x="127876" y="145864"/>
                </a:lnTo>
                <a:lnTo>
                  <a:pt x="131397" y="130728"/>
                </a:lnTo>
                <a:lnTo>
                  <a:pt x="1318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 flipH="1">
            <a:off x="1737734" y="381612"/>
            <a:ext cx="0" cy="166622"/>
          </a:xfrm>
          <a:custGeom>
            <a:avLst/>
            <a:gdLst/>
            <a:ahLst/>
            <a:cxnLst/>
            <a:rect l="l" t="t" r="r" b="b"/>
            <a:pathLst>
              <a:path h="166622">
                <a:moveTo>
                  <a:pt x="0" y="0"/>
                </a:moveTo>
                <a:lnTo>
                  <a:pt x="0" y="166622"/>
                </a:lnTo>
              </a:path>
            </a:pathLst>
          </a:custGeom>
          <a:ln w="192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8405" y="406853"/>
            <a:ext cx="184060" cy="141382"/>
          </a:xfrm>
          <a:custGeom>
            <a:avLst/>
            <a:gdLst/>
            <a:ahLst/>
            <a:cxnLst/>
            <a:rect l="l" t="t" r="r" b="b"/>
            <a:pathLst>
              <a:path w="184060" h="141382">
                <a:moveTo>
                  <a:pt x="111213" y="110805"/>
                </a:moveTo>
                <a:lnTo>
                  <a:pt x="79915" y="110805"/>
                </a:lnTo>
                <a:lnTo>
                  <a:pt x="88155" y="121040"/>
                </a:lnTo>
                <a:lnTo>
                  <a:pt x="97560" y="129583"/>
                </a:lnTo>
                <a:lnTo>
                  <a:pt x="108420" y="136064"/>
                </a:lnTo>
                <a:lnTo>
                  <a:pt x="121024" y="140116"/>
                </a:lnTo>
                <a:lnTo>
                  <a:pt x="137483" y="141382"/>
                </a:lnTo>
                <a:lnTo>
                  <a:pt x="146206" y="141382"/>
                </a:lnTo>
                <a:lnTo>
                  <a:pt x="160737" y="139277"/>
                </a:lnTo>
                <a:lnTo>
                  <a:pt x="171766" y="132971"/>
                </a:lnTo>
                <a:lnTo>
                  <a:pt x="178481" y="123612"/>
                </a:lnTo>
                <a:lnTo>
                  <a:pt x="136390" y="123610"/>
                </a:lnTo>
                <a:lnTo>
                  <a:pt x="122862" y="121017"/>
                </a:lnTo>
                <a:lnTo>
                  <a:pt x="112673" y="113492"/>
                </a:lnTo>
                <a:lnTo>
                  <a:pt x="111213" y="110805"/>
                </a:lnTo>
                <a:close/>
              </a:path>
              <a:path w="184060" h="141382">
                <a:moveTo>
                  <a:pt x="184060" y="24461"/>
                </a:moveTo>
                <a:lnTo>
                  <a:pt x="166033" y="24461"/>
                </a:lnTo>
                <a:lnTo>
                  <a:pt x="165966" y="100351"/>
                </a:lnTo>
                <a:lnTo>
                  <a:pt x="164743" y="108173"/>
                </a:lnTo>
                <a:lnTo>
                  <a:pt x="162172" y="112798"/>
                </a:lnTo>
                <a:lnTo>
                  <a:pt x="158569" y="120009"/>
                </a:lnTo>
                <a:lnTo>
                  <a:pt x="151354" y="123610"/>
                </a:lnTo>
                <a:lnTo>
                  <a:pt x="136404" y="123612"/>
                </a:lnTo>
                <a:lnTo>
                  <a:pt x="178481" y="123612"/>
                </a:lnTo>
                <a:lnTo>
                  <a:pt x="179294" y="122479"/>
                </a:lnTo>
                <a:lnTo>
                  <a:pt x="183223" y="108173"/>
                </a:lnTo>
                <a:lnTo>
                  <a:pt x="183333" y="106452"/>
                </a:lnTo>
                <a:lnTo>
                  <a:pt x="184060" y="24461"/>
                </a:lnTo>
                <a:close/>
              </a:path>
              <a:path w="184060" h="141382">
                <a:moveTo>
                  <a:pt x="103440" y="0"/>
                </a:moveTo>
                <a:lnTo>
                  <a:pt x="48841" y="0"/>
                </a:lnTo>
                <a:lnTo>
                  <a:pt x="35518" y="1923"/>
                </a:lnTo>
                <a:lnTo>
                  <a:pt x="7021" y="27822"/>
                </a:lnTo>
                <a:lnTo>
                  <a:pt x="0" y="58171"/>
                </a:lnTo>
                <a:lnTo>
                  <a:pt x="1395" y="75549"/>
                </a:lnTo>
                <a:lnTo>
                  <a:pt x="20321" y="113591"/>
                </a:lnTo>
                <a:lnTo>
                  <a:pt x="42102" y="123436"/>
                </a:lnTo>
                <a:lnTo>
                  <a:pt x="58038" y="122110"/>
                </a:lnTo>
                <a:lnTo>
                  <a:pt x="70502" y="117883"/>
                </a:lnTo>
                <a:lnTo>
                  <a:pt x="79915" y="110805"/>
                </a:lnTo>
                <a:lnTo>
                  <a:pt x="111213" y="110805"/>
                </a:lnTo>
                <a:lnTo>
                  <a:pt x="109782" y="108173"/>
                </a:lnTo>
                <a:lnTo>
                  <a:pt x="61114" y="108163"/>
                </a:lnTo>
                <a:lnTo>
                  <a:pt x="45803" y="106452"/>
                </a:lnTo>
                <a:lnTo>
                  <a:pt x="33879" y="100351"/>
                </a:lnTo>
                <a:lnTo>
                  <a:pt x="25334" y="90685"/>
                </a:lnTo>
                <a:lnTo>
                  <a:pt x="20068" y="78267"/>
                </a:lnTo>
                <a:lnTo>
                  <a:pt x="17981" y="63912"/>
                </a:lnTo>
                <a:lnTo>
                  <a:pt x="19696" y="46655"/>
                </a:lnTo>
                <a:lnTo>
                  <a:pt x="24626" y="32333"/>
                </a:lnTo>
                <a:lnTo>
                  <a:pt x="32365" y="21598"/>
                </a:lnTo>
                <a:lnTo>
                  <a:pt x="42508" y="15099"/>
                </a:lnTo>
                <a:lnTo>
                  <a:pt x="84890" y="13388"/>
                </a:lnTo>
                <a:lnTo>
                  <a:pt x="103446" y="13388"/>
                </a:lnTo>
                <a:lnTo>
                  <a:pt x="103440" y="0"/>
                </a:lnTo>
                <a:close/>
              </a:path>
              <a:path w="184060" h="141382">
                <a:moveTo>
                  <a:pt x="103446" y="13388"/>
                </a:moveTo>
                <a:lnTo>
                  <a:pt x="84890" y="13388"/>
                </a:lnTo>
                <a:lnTo>
                  <a:pt x="84890" y="58971"/>
                </a:lnTo>
                <a:lnTo>
                  <a:pt x="83168" y="77993"/>
                </a:lnTo>
                <a:lnTo>
                  <a:pt x="78647" y="92524"/>
                </a:lnTo>
                <a:lnTo>
                  <a:pt x="71327" y="102580"/>
                </a:lnTo>
                <a:lnTo>
                  <a:pt x="61207" y="108173"/>
                </a:lnTo>
                <a:lnTo>
                  <a:pt x="109782" y="108173"/>
                </a:lnTo>
                <a:lnTo>
                  <a:pt x="106118" y="101431"/>
                </a:lnTo>
                <a:lnTo>
                  <a:pt x="103480" y="85226"/>
                </a:lnTo>
                <a:lnTo>
                  <a:pt x="103446" y="13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13349" y="381613"/>
            <a:ext cx="323744" cy="208854"/>
          </a:xfrm>
          <a:custGeom>
            <a:avLst/>
            <a:gdLst/>
            <a:ahLst/>
            <a:cxnLst/>
            <a:rect l="l" t="t" r="r" b="b"/>
            <a:pathLst>
              <a:path w="323744" h="208852">
                <a:moveTo>
                  <a:pt x="58693" y="49810"/>
                </a:moveTo>
                <a:lnTo>
                  <a:pt x="20859" y="60460"/>
                </a:lnTo>
                <a:lnTo>
                  <a:pt x="1194" y="95284"/>
                </a:lnTo>
                <a:lnTo>
                  <a:pt x="0" y="106982"/>
                </a:lnTo>
                <a:lnTo>
                  <a:pt x="1082" y="121281"/>
                </a:lnTo>
                <a:lnTo>
                  <a:pt x="20768" y="156056"/>
                </a:lnTo>
                <a:lnTo>
                  <a:pt x="77505" y="166622"/>
                </a:lnTo>
                <a:lnTo>
                  <a:pt x="71502" y="179853"/>
                </a:lnTo>
                <a:lnTo>
                  <a:pt x="61835" y="188190"/>
                </a:lnTo>
                <a:lnTo>
                  <a:pt x="48552" y="191535"/>
                </a:lnTo>
                <a:lnTo>
                  <a:pt x="43767" y="191601"/>
                </a:lnTo>
                <a:lnTo>
                  <a:pt x="43767" y="208854"/>
                </a:lnTo>
                <a:lnTo>
                  <a:pt x="82421" y="194030"/>
                </a:lnTo>
                <a:lnTo>
                  <a:pt x="95083" y="170898"/>
                </a:lnTo>
                <a:lnTo>
                  <a:pt x="100693" y="166622"/>
                </a:lnTo>
                <a:lnTo>
                  <a:pt x="285883" y="166622"/>
                </a:lnTo>
                <a:lnTo>
                  <a:pt x="300418" y="164517"/>
                </a:lnTo>
                <a:lnTo>
                  <a:pt x="311449" y="158212"/>
                </a:lnTo>
                <a:lnTo>
                  <a:pt x="318166" y="148852"/>
                </a:lnTo>
                <a:lnTo>
                  <a:pt x="49689" y="148852"/>
                </a:lnTo>
                <a:lnTo>
                  <a:pt x="37331" y="145853"/>
                </a:lnTo>
                <a:lnTo>
                  <a:pt x="27497" y="136853"/>
                </a:lnTo>
                <a:lnTo>
                  <a:pt x="21438" y="124489"/>
                </a:lnTo>
                <a:lnTo>
                  <a:pt x="18810" y="112532"/>
                </a:lnTo>
                <a:lnTo>
                  <a:pt x="19786" y="97362"/>
                </a:lnTo>
                <a:lnTo>
                  <a:pt x="23228" y="86057"/>
                </a:lnTo>
                <a:lnTo>
                  <a:pt x="33603" y="73088"/>
                </a:lnTo>
                <a:lnTo>
                  <a:pt x="43631" y="67157"/>
                </a:lnTo>
                <a:lnTo>
                  <a:pt x="88823" y="67157"/>
                </a:lnTo>
                <a:lnTo>
                  <a:pt x="83147" y="59996"/>
                </a:lnTo>
                <a:lnTo>
                  <a:pt x="72197" y="53166"/>
                </a:lnTo>
                <a:lnTo>
                  <a:pt x="58693" y="49810"/>
                </a:lnTo>
                <a:close/>
              </a:path>
              <a:path w="323744" h="208852">
                <a:moveTo>
                  <a:pt x="88823" y="67157"/>
                </a:moveTo>
                <a:lnTo>
                  <a:pt x="43631" y="67157"/>
                </a:lnTo>
                <a:lnTo>
                  <a:pt x="59964" y="67954"/>
                </a:lnTo>
                <a:lnTo>
                  <a:pt x="69744" y="72411"/>
                </a:lnTo>
                <a:lnTo>
                  <a:pt x="77244" y="80354"/>
                </a:lnTo>
                <a:lnTo>
                  <a:pt x="79563" y="86787"/>
                </a:lnTo>
                <a:lnTo>
                  <a:pt x="79563" y="148592"/>
                </a:lnTo>
                <a:lnTo>
                  <a:pt x="49689" y="148852"/>
                </a:lnTo>
                <a:lnTo>
                  <a:pt x="98106" y="148852"/>
                </a:lnTo>
                <a:lnTo>
                  <a:pt x="98106" y="100952"/>
                </a:lnTo>
                <a:lnTo>
                  <a:pt x="96358" y="83928"/>
                </a:lnTo>
                <a:lnTo>
                  <a:pt x="91286" y="70263"/>
                </a:lnTo>
                <a:lnTo>
                  <a:pt x="88823" y="67157"/>
                </a:lnTo>
                <a:close/>
              </a:path>
              <a:path w="323744" h="208852">
                <a:moveTo>
                  <a:pt x="182293" y="63154"/>
                </a:moveTo>
                <a:lnTo>
                  <a:pt x="144106" y="79823"/>
                </a:lnTo>
                <a:lnTo>
                  <a:pt x="133651" y="105218"/>
                </a:lnTo>
                <a:lnTo>
                  <a:pt x="134225" y="121281"/>
                </a:lnTo>
                <a:lnTo>
                  <a:pt x="134288" y="122038"/>
                </a:lnTo>
                <a:lnTo>
                  <a:pt x="136834" y="134467"/>
                </a:lnTo>
                <a:lnTo>
                  <a:pt x="141351" y="144216"/>
                </a:lnTo>
                <a:lnTo>
                  <a:pt x="131583" y="148852"/>
                </a:lnTo>
                <a:lnTo>
                  <a:pt x="278596" y="148852"/>
                </a:lnTo>
                <a:lnTo>
                  <a:pt x="278596" y="148592"/>
                </a:lnTo>
                <a:lnTo>
                  <a:pt x="179502" y="148592"/>
                </a:lnTo>
                <a:lnTo>
                  <a:pt x="166253" y="145244"/>
                </a:lnTo>
                <a:lnTo>
                  <a:pt x="157120" y="135995"/>
                </a:lnTo>
                <a:lnTo>
                  <a:pt x="152473" y="122038"/>
                </a:lnTo>
                <a:lnTo>
                  <a:pt x="153900" y="102874"/>
                </a:lnTo>
                <a:lnTo>
                  <a:pt x="158828" y="89373"/>
                </a:lnTo>
                <a:lnTo>
                  <a:pt x="167083" y="81217"/>
                </a:lnTo>
                <a:lnTo>
                  <a:pt x="178493" y="78087"/>
                </a:lnTo>
                <a:lnTo>
                  <a:pt x="212161" y="78087"/>
                </a:lnTo>
                <a:lnTo>
                  <a:pt x="205007" y="70712"/>
                </a:lnTo>
                <a:lnTo>
                  <a:pt x="194543" y="65326"/>
                </a:lnTo>
                <a:lnTo>
                  <a:pt x="182293" y="63154"/>
                </a:lnTo>
                <a:close/>
              </a:path>
              <a:path w="323744" h="208852">
                <a:moveTo>
                  <a:pt x="323744" y="0"/>
                </a:moveTo>
                <a:lnTo>
                  <a:pt x="305721" y="0"/>
                </a:lnTo>
                <a:lnTo>
                  <a:pt x="305721" y="125162"/>
                </a:lnTo>
                <a:lnTo>
                  <a:pt x="304433" y="133399"/>
                </a:lnTo>
                <a:lnTo>
                  <a:pt x="301853" y="138035"/>
                </a:lnTo>
                <a:lnTo>
                  <a:pt x="298250" y="145249"/>
                </a:lnTo>
                <a:lnTo>
                  <a:pt x="291034" y="148852"/>
                </a:lnTo>
                <a:lnTo>
                  <a:pt x="318166" y="148852"/>
                </a:lnTo>
                <a:lnTo>
                  <a:pt x="318978" y="147721"/>
                </a:lnTo>
                <a:lnTo>
                  <a:pt x="322912" y="133399"/>
                </a:lnTo>
                <a:lnTo>
                  <a:pt x="323014" y="131339"/>
                </a:lnTo>
                <a:lnTo>
                  <a:pt x="323744" y="0"/>
                </a:lnTo>
                <a:close/>
              </a:path>
              <a:path w="323744" h="208852">
                <a:moveTo>
                  <a:pt x="212161" y="78087"/>
                </a:moveTo>
                <a:lnTo>
                  <a:pt x="178493" y="78087"/>
                </a:lnTo>
                <a:lnTo>
                  <a:pt x="192361" y="80938"/>
                </a:lnTo>
                <a:lnTo>
                  <a:pt x="201626" y="89438"/>
                </a:lnTo>
                <a:lnTo>
                  <a:pt x="206085" y="102874"/>
                </a:lnTo>
                <a:lnTo>
                  <a:pt x="206132" y="105218"/>
                </a:lnTo>
                <a:lnTo>
                  <a:pt x="205007" y="123637"/>
                </a:lnTo>
                <a:lnTo>
                  <a:pt x="200512" y="137436"/>
                </a:lnTo>
                <a:lnTo>
                  <a:pt x="192783" y="145487"/>
                </a:lnTo>
                <a:lnTo>
                  <a:pt x="181847" y="148522"/>
                </a:lnTo>
                <a:lnTo>
                  <a:pt x="179502" y="148592"/>
                </a:lnTo>
                <a:lnTo>
                  <a:pt x="213237" y="148592"/>
                </a:lnTo>
                <a:lnTo>
                  <a:pt x="220001" y="138302"/>
                </a:lnTo>
                <a:lnTo>
                  <a:pt x="224057" y="126240"/>
                </a:lnTo>
                <a:lnTo>
                  <a:pt x="223210" y="107074"/>
                </a:lnTo>
                <a:lnTo>
                  <a:pt x="219659" y="91797"/>
                </a:lnTo>
                <a:lnTo>
                  <a:pt x="219561" y="91439"/>
                </a:lnTo>
                <a:lnTo>
                  <a:pt x="213438" y="79403"/>
                </a:lnTo>
                <a:lnTo>
                  <a:pt x="212161" y="78087"/>
                </a:lnTo>
                <a:close/>
              </a:path>
              <a:path w="323744" h="208852">
                <a:moveTo>
                  <a:pt x="193071" y="24754"/>
                </a:moveTo>
                <a:lnTo>
                  <a:pt x="192896" y="43263"/>
                </a:lnTo>
                <a:lnTo>
                  <a:pt x="204700" y="47742"/>
                </a:lnTo>
                <a:lnTo>
                  <a:pt x="215776" y="54104"/>
                </a:lnTo>
                <a:lnTo>
                  <a:pt x="242213" y="83249"/>
                </a:lnTo>
                <a:lnTo>
                  <a:pt x="253239" y="123637"/>
                </a:lnTo>
                <a:lnTo>
                  <a:pt x="253297" y="135995"/>
                </a:lnTo>
                <a:lnTo>
                  <a:pt x="252642" y="141905"/>
                </a:lnTo>
                <a:lnTo>
                  <a:pt x="251094" y="148592"/>
                </a:lnTo>
                <a:lnTo>
                  <a:pt x="270153" y="148592"/>
                </a:lnTo>
                <a:lnTo>
                  <a:pt x="270664" y="142930"/>
                </a:lnTo>
                <a:lnTo>
                  <a:pt x="270874" y="138302"/>
                </a:lnTo>
                <a:lnTo>
                  <a:pt x="270921" y="131339"/>
                </a:lnTo>
                <a:lnTo>
                  <a:pt x="270271" y="117369"/>
                </a:lnTo>
                <a:lnTo>
                  <a:pt x="260586" y="80236"/>
                </a:lnTo>
                <a:lnTo>
                  <a:pt x="236250" y="48238"/>
                </a:lnTo>
                <a:lnTo>
                  <a:pt x="203514" y="27707"/>
                </a:lnTo>
                <a:lnTo>
                  <a:pt x="193071" y="24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 flipH="1">
            <a:off x="2380631" y="381612"/>
            <a:ext cx="0" cy="166625"/>
          </a:xfrm>
          <a:custGeom>
            <a:avLst/>
            <a:gdLst/>
            <a:ahLst/>
            <a:cxnLst/>
            <a:rect l="l" t="t" r="r" b="b"/>
            <a:pathLst>
              <a:path h="166625">
                <a:moveTo>
                  <a:pt x="0" y="0"/>
                </a:moveTo>
                <a:lnTo>
                  <a:pt x="0" y="166625"/>
                </a:lnTo>
              </a:path>
            </a:pathLst>
          </a:custGeom>
          <a:ln w="1929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1138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77524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43862" y="364760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7999" y="0"/>
                </a:moveTo>
                <a:lnTo>
                  <a:pt x="5189" y="0"/>
                </a:lnTo>
                <a:lnTo>
                  <a:pt x="0" y="5194"/>
                </a:lnTo>
                <a:lnTo>
                  <a:pt x="0" y="18004"/>
                </a:lnTo>
                <a:lnTo>
                  <a:pt x="5189" y="23196"/>
                </a:lnTo>
                <a:lnTo>
                  <a:pt x="17999" y="23196"/>
                </a:lnTo>
                <a:lnTo>
                  <a:pt x="23194" y="18004"/>
                </a:lnTo>
                <a:lnTo>
                  <a:pt x="23194" y="5194"/>
                </a:lnTo>
                <a:lnTo>
                  <a:pt x="17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80238" y="364760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7" y="0"/>
                </a:moveTo>
                <a:lnTo>
                  <a:pt x="5198" y="0"/>
                </a:lnTo>
                <a:lnTo>
                  <a:pt x="0" y="5194"/>
                </a:lnTo>
                <a:lnTo>
                  <a:pt x="0" y="18004"/>
                </a:lnTo>
                <a:lnTo>
                  <a:pt x="5198" y="23196"/>
                </a:lnTo>
                <a:lnTo>
                  <a:pt x="18007" y="23196"/>
                </a:lnTo>
                <a:lnTo>
                  <a:pt x="23200" y="18004"/>
                </a:lnTo>
                <a:lnTo>
                  <a:pt x="23200" y="5194"/>
                </a:lnTo>
                <a:lnTo>
                  <a:pt x="18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79115" y="390889"/>
            <a:ext cx="23196" cy="23194"/>
          </a:xfrm>
          <a:custGeom>
            <a:avLst/>
            <a:gdLst/>
            <a:ahLst/>
            <a:cxnLst/>
            <a:rect l="l" t="t" r="r" b="b"/>
            <a:pathLst>
              <a:path w="23196" h="23194">
                <a:moveTo>
                  <a:pt x="18004" y="0"/>
                </a:moveTo>
                <a:lnTo>
                  <a:pt x="5194" y="0"/>
                </a:lnTo>
                <a:lnTo>
                  <a:pt x="0" y="5187"/>
                </a:lnTo>
                <a:lnTo>
                  <a:pt x="0" y="18000"/>
                </a:lnTo>
                <a:lnTo>
                  <a:pt x="5194" y="23194"/>
                </a:lnTo>
                <a:lnTo>
                  <a:pt x="18004" y="23194"/>
                </a:lnTo>
                <a:lnTo>
                  <a:pt x="23196" y="18000"/>
                </a:lnTo>
                <a:lnTo>
                  <a:pt x="23196" y="5187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15501" y="390889"/>
            <a:ext cx="23197" cy="23194"/>
          </a:xfrm>
          <a:custGeom>
            <a:avLst/>
            <a:gdLst/>
            <a:ahLst/>
            <a:cxnLst/>
            <a:rect l="l" t="t" r="r" b="b"/>
            <a:pathLst>
              <a:path w="23197" h="23194">
                <a:moveTo>
                  <a:pt x="18006" y="0"/>
                </a:moveTo>
                <a:lnTo>
                  <a:pt x="5193" y="0"/>
                </a:lnTo>
                <a:lnTo>
                  <a:pt x="0" y="5187"/>
                </a:lnTo>
                <a:lnTo>
                  <a:pt x="0" y="18000"/>
                </a:lnTo>
                <a:lnTo>
                  <a:pt x="5193" y="23194"/>
                </a:lnTo>
                <a:lnTo>
                  <a:pt x="18006" y="23194"/>
                </a:lnTo>
                <a:lnTo>
                  <a:pt x="23197" y="18000"/>
                </a:lnTo>
                <a:lnTo>
                  <a:pt x="23197" y="5187"/>
                </a:lnTo>
                <a:lnTo>
                  <a:pt x="18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68314" y="564443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8002" y="0"/>
                </a:moveTo>
                <a:lnTo>
                  <a:pt x="5191" y="0"/>
                </a:lnTo>
                <a:lnTo>
                  <a:pt x="0" y="5195"/>
                </a:lnTo>
                <a:lnTo>
                  <a:pt x="0" y="18002"/>
                </a:lnTo>
                <a:lnTo>
                  <a:pt x="5191" y="23196"/>
                </a:lnTo>
                <a:lnTo>
                  <a:pt x="18002" y="23196"/>
                </a:lnTo>
                <a:lnTo>
                  <a:pt x="23194" y="18002"/>
                </a:lnTo>
                <a:lnTo>
                  <a:pt x="23194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04696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2" y="0"/>
                </a:moveTo>
                <a:lnTo>
                  <a:pt x="5195" y="0"/>
                </a:lnTo>
                <a:lnTo>
                  <a:pt x="0" y="5195"/>
                </a:lnTo>
                <a:lnTo>
                  <a:pt x="0" y="18002"/>
                </a:lnTo>
                <a:lnTo>
                  <a:pt x="5195" y="23196"/>
                </a:lnTo>
                <a:lnTo>
                  <a:pt x="18002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61482" y="564443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8" y="0"/>
                </a:moveTo>
                <a:lnTo>
                  <a:pt x="5198" y="0"/>
                </a:lnTo>
                <a:lnTo>
                  <a:pt x="0" y="5195"/>
                </a:lnTo>
                <a:lnTo>
                  <a:pt x="0" y="18002"/>
                </a:lnTo>
                <a:lnTo>
                  <a:pt x="5198" y="23196"/>
                </a:lnTo>
                <a:lnTo>
                  <a:pt x="18008" y="23196"/>
                </a:lnTo>
                <a:lnTo>
                  <a:pt x="23200" y="18002"/>
                </a:lnTo>
                <a:lnTo>
                  <a:pt x="23200" y="5195"/>
                </a:lnTo>
                <a:lnTo>
                  <a:pt x="18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97868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4" y="0"/>
                </a:moveTo>
                <a:lnTo>
                  <a:pt x="5194" y="0"/>
                </a:lnTo>
                <a:lnTo>
                  <a:pt x="0" y="5195"/>
                </a:lnTo>
                <a:lnTo>
                  <a:pt x="0" y="18002"/>
                </a:lnTo>
                <a:lnTo>
                  <a:pt x="5194" y="23196"/>
                </a:lnTo>
                <a:lnTo>
                  <a:pt x="18004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4558" y="729190"/>
            <a:ext cx="147326" cy="204603"/>
          </a:xfrm>
          <a:custGeom>
            <a:avLst/>
            <a:gdLst/>
            <a:ahLst/>
            <a:cxnLst/>
            <a:rect l="l" t="t" r="r" b="b"/>
            <a:pathLst>
              <a:path w="147326" h="204603">
                <a:moveTo>
                  <a:pt x="20818" y="0"/>
                </a:moveTo>
                <a:lnTo>
                  <a:pt x="0" y="0"/>
                </a:lnTo>
                <a:lnTo>
                  <a:pt x="39" y="144229"/>
                </a:lnTo>
                <a:lnTo>
                  <a:pt x="15522" y="182358"/>
                </a:lnTo>
                <a:lnTo>
                  <a:pt x="51944" y="202281"/>
                </a:lnTo>
                <a:lnTo>
                  <a:pt x="66099" y="204603"/>
                </a:lnTo>
                <a:lnTo>
                  <a:pt x="85513" y="203310"/>
                </a:lnTo>
                <a:lnTo>
                  <a:pt x="102190" y="199446"/>
                </a:lnTo>
                <a:lnTo>
                  <a:pt x="116174" y="193404"/>
                </a:lnTo>
                <a:lnTo>
                  <a:pt x="127511" y="185574"/>
                </a:lnTo>
                <a:lnTo>
                  <a:pt x="128686" y="184335"/>
                </a:lnTo>
                <a:lnTo>
                  <a:pt x="77232" y="184335"/>
                </a:lnTo>
                <a:lnTo>
                  <a:pt x="58234" y="182463"/>
                </a:lnTo>
                <a:lnTo>
                  <a:pt x="24750" y="159895"/>
                </a:lnTo>
                <a:lnTo>
                  <a:pt x="20818" y="144229"/>
                </a:lnTo>
                <a:lnTo>
                  <a:pt x="20818" y="0"/>
                </a:lnTo>
                <a:close/>
              </a:path>
              <a:path w="147326" h="204603">
                <a:moveTo>
                  <a:pt x="147326" y="0"/>
                </a:moveTo>
                <a:lnTo>
                  <a:pt x="126508" y="0"/>
                </a:lnTo>
                <a:lnTo>
                  <a:pt x="126446" y="144229"/>
                </a:lnTo>
                <a:lnTo>
                  <a:pt x="123734" y="157661"/>
                </a:lnTo>
                <a:lnTo>
                  <a:pt x="116216" y="168659"/>
                </a:lnTo>
                <a:lnTo>
                  <a:pt x="105157" y="176828"/>
                </a:lnTo>
                <a:lnTo>
                  <a:pt x="91761" y="182083"/>
                </a:lnTo>
                <a:lnTo>
                  <a:pt x="77232" y="184335"/>
                </a:lnTo>
                <a:lnTo>
                  <a:pt x="128686" y="184335"/>
                </a:lnTo>
                <a:lnTo>
                  <a:pt x="136250" y="176350"/>
                </a:lnTo>
                <a:lnTo>
                  <a:pt x="142434" y="166123"/>
                </a:lnTo>
                <a:lnTo>
                  <a:pt x="146111" y="155285"/>
                </a:lnTo>
                <a:lnTo>
                  <a:pt x="147326" y="144229"/>
                </a:lnTo>
                <a:lnTo>
                  <a:pt x="1473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80116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7">
                <a:moveTo>
                  <a:pt x="97162" y="0"/>
                </a:moveTo>
                <a:lnTo>
                  <a:pt x="81587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80" y="197024"/>
                </a:lnTo>
                <a:lnTo>
                  <a:pt x="29679" y="186812"/>
                </a:lnTo>
                <a:lnTo>
                  <a:pt x="34442" y="175163"/>
                </a:lnTo>
                <a:lnTo>
                  <a:pt x="39888" y="162029"/>
                </a:lnTo>
                <a:lnTo>
                  <a:pt x="47857" y="143054"/>
                </a:lnTo>
                <a:lnTo>
                  <a:pt x="153854" y="143054"/>
                </a:lnTo>
                <a:lnTo>
                  <a:pt x="146450" y="124372"/>
                </a:lnTo>
                <a:lnTo>
                  <a:pt x="55567" y="124372"/>
                </a:lnTo>
                <a:lnTo>
                  <a:pt x="89730" y="28468"/>
                </a:lnTo>
                <a:lnTo>
                  <a:pt x="108444" y="28468"/>
                </a:lnTo>
                <a:lnTo>
                  <a:pt x="97162" y="0"/>
                </a:lnTo>
                <a:close/>
              </a:path>
              <a:path w="178739" h="205847">
                <a:moveTo>
                  <a:pt x="153854" y="143054"/>
                </a:moveTo>
                <a:lnTo>
                  <a:pt x="131237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4" y="143054"/>
                </a:lnTo>
                <a:close/>
              </a:path>
              <a:path w="178739" h="205847">
                <a:moveTo>
                  <a:pt x="108444" y="28468"/>
                </a:moveTo>
                <a:lnTo>
                  <a:pt x="89730" y="28468"/>
                </a:lnTo>
                <a:lnTo>
                  <a:pt x="123126" y="124372"/>
                </a:lnTo>
                <a:lnTo>
                  <a:pt x="146450" y="124372"/>
                </a:lnTo>
                <a:lnTo>
                  <a:pt x="108444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85874" y="925830"/>
            <a:ext cx="119887" cy="0"/>
          </a:xfrm>
          <a:custGeom>
            <a:avLst/>
            <a:gdLst/>
            <a:ahLst/>
            <a:cxnLst/>
            <a:rect l="l" t="t" r="r" b="b"/>
            <a:pathLst>
              <a:path w="119885">
                <a:moveTo>
                  <a:pt x="0" y="0"/>
                </a:moveTo>
                <a:lnTo>
                  <a:pt x="119887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 flipH="1">
            <a:off x="1496283" y="753109"/>
            <a:ext cx="0" cy="162560"/>
          </a:xfrm>
          <a:custGeom>
            <a:avLst/>
            <a:gdLst/>
            <a:ahLst/>
            <a:cxnLst/>
            <a:rect l="l" t="t" r="r" b="b"/>
            <a:pathLst>
              <a:path h="162560">
                <a:moveTo>
                  <a:pt x="0" y="0"/>
                </a:moveTo>
                <a:lnTo>
                  <a:pt x="0" y="162560"/>
                </a:lnTo>
              </a:path>
            </a:pathLst>
          </a:custGeom>
          <a:ln w="2208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85874" y="834389"/>
            <a:ext cx="117449" cy="0"/>
          </a:xfrm>
          <a:custGeom>
            <a:avLst/>
            <a:gdLst/>
            <a:ahLst/>
            <a:cxnLst/>
            <a:rect l="l" t="t" r="r" b="b"/>
            <a:pathLst>
              <a:path w="117449">
                <a:moveTo>
                  <a:pt x="0" y="0"/>
                </a:moveTo>
                <a:lnTo>
                  <a:pt x="117449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85874" y="742950"/>
            <a:ext cx="119585" cy="0"/>
          </a:xfrm>
          <a:custGeom>
            <a:avLst/>
            <a:gdLst/>
            <a:ahLst/>
            <a:cxnLst/>
            <a:rect l="l" t="t" r="r" b="b"/>
            <a:pathLst>
              <a:path w="119584">
                <a:moveTo>
                  <a:pt x="0" y="0"/>
                </a:moveTo>
                <a:lnTo>
                  <a:pt x="119585" y="0"/>
                </a:lnTo>
              </a:path>
            </a:pathLst>
          </a:custGeom>
          <a:ln w="2158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23321" y="732720"/>
            <a:ext cx="136893" cy="203104"/>
          </a:xfrm>
          <a:custGeom>
            <a:avLst/>
            <a:gdLst/>
            <a:ahLst/>
            <a:cxnLst/>
            <a:rect l="l" t="t" r="r" b="b"/>
            <a:pathLst>
              <a:path w="136893" h="203104">
                <a:moveTo>
                  <a:pt x="72899" y="0"/>
                </a:moveTo>
                <a:lnTo>
                  <a:pt x="0" y="0"/>
                </a:lnTo>
                <a:lnTo>
                  <a:pt x="0" y="203104"/>
                </a:lnTo>
                <a:lnTo>
                  <a:pt x="20815" y="203104"/>
                </a:lnTo>
                <a:lnTo>
                  <a:pt x="20815" y="132083"/>
                </a:lnTo>
                <a:lnTo>
                  <a:pt x="72899" y="132083"/>
                </a:lnTo>
                <a:lnTo>
                  <a:pt x="89783" y="130223"/>
                </a:lnTo>
                <a:lnTo>
                  <a:pt x="103984" y="125028"/>
                </a:lnTo>
                <a:lnTo>
                  <a:pt x="115562" y="117077"/>
                </a:lnTo>
                <a:lnTo>
                  <a:pt x="120194" y="111875"/>
                </a:lnTo>
                <a:lnTo>
                  <a:pt x="20815" y="111875"/>
                </a:lnTo>
                <a:lnTo>
                  <a:pt x="20815" y="20815"/>
                </a:lnTo>
                <a:lnTo>
                  <a:pt x="120522" y="20815"/>
                </a:lnTo>
                <a:lnTo>
                  <a:pt x="118933" y="18653"/>
                </a:lnTo>
                <a:lnTo>
                  <a:pt x="108562" y="9857"/>
                </a:lnTo>
                <a:lnTo>
                  <a:pt x="95727" y="3590"/>
                </a:lnTo>
                <a:lnTo>
                  <a:pt x="80371" y="344"/>
                </a:lnTo>
                <a:lnTo>
                  <a:pt x="72899" y="0"/>
                </a:lnTo>
                <a:close/>
              </a:path>
              <a:path w="136893" h="203104">
                <a:moveTo>
                  <a:pt x="120522" y="20815"/>
                </a:moveTo>
                <a:lnTo>
                  <a:pt x="72899" y="20815"/>
                </a:lnTo>
                <a:lnTo>
                  <a:pt x="89069" y="23468"/>
                </a:lnTo>
                <a:lnTo>
                  <a:pt x="101409" y="30609"/>
                </a:lnTo>
                <a:lnTo>
                  <a:pt x="110050" y="41010"/>
                </a:lnTo>
                <a:lnTo>
                  <a:pt x="115120" y="53443"/>
                </a:lnTo>
                <a:lnTo>
                  <a:pt x="113940" y="73632"/>
                </a:lnTo>
                <a:lnTo>
                  <a:pt x="92462" y="107186"/>
                </a:lnTo>
                <a:lnTo>
                  <a:pt x="72899" y="111875"/>
                </a:lnTo>
                <a:lnTo>
                  <a:pt x="120194" y="111875"/>
                </a:lnTo>
                <a:lnTo>
                  <a:pt x="124579" y="106950"/>
                </a:lnTo>
                <a:lnTo>
                  <a:pt x="131099" y="95226"/>
                </a:lnTo>
                <a:lnTo>
                  <a:pt x="135183" y="82484"/>
                </a:lnTo>
                <a:lnTo>
                  <a:pt x="136893" y="69304"/>
                </a:lnTo>
                <a:lnTo>
                  <a:pt x="135818" y="55303"/>
                </a:lnTo>
                <a:lnTo>
                  <a:pt x="132504" y="41867"/>
                </a:lnTo>
                <a:lnTo>
                  <a:pt x="126894" y="29486"/>
                </a:lnTo>
                <a:lnTo>
                  <a:pt x="120522" y="20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61997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7">
                <a:moveTo>
                  <a:pt x="97160" y="0"/>
                </a:moveTo>
                <a:lnTo>
                  <a:pt x="81583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79" y="197024"/>
                </a:lnTo>
                <a:lnTo>
                  <a:pt x="29678" y="186811"/>
                </a:lnTo>
                <a:lnTo>
                  <a:pt x="34440" y="175162"/>
                </a:lnTo>
                <a:lnTo>
                  <a:pt x="39886" y="162027"/>
                </a:lnTo>
                <a:lnTo>
                  <a:pt x="46036" y="147358"/>
                </a:lnTo>
                <a:lnTo>
                  <a:pt x="47861" y="143054"/>
                </a:lnTo>
                <a:lnTo>
                  <a:pt x="153853" y="143054"/>
                </a:lnTo>
                <a:lnTo>
                  <a:pt x="146449" y="124372"/>
                </a:lnTo>
                <a:lnTo>
                  <a:pt x="55563" y="124372"/>
                </a:lnTo>
                <a:lnTo>
                  <a:pt x="89728" y="28468"/>
                </a:lnTo>
                <a:lnTo>
                  <a:pt x="108442" y="28468"/>
                </a:lnTo>
                <a:lnTo>
                  <a:pt x="97160" y="0"/>
                </a:lnTo>
                <a:close/>
              </a:path>
              <a:path w="178739" h="205847">
                <a:moveTo>
                  <a:pt x="153853" y="143054"/>
                </a:moveTo>
                <a:lnTo>
                  <a:pt x="131235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3" y="143054"/>
                </a:lnTo>
                <a:close/>
              </a:path>
              <a:path w="178739" h="205847">
                <a:moveTo>
                  <a:pt x="108442" y="28468"/>
                </a:moveTo>
                <a:lnTo>
                  <a:pt x="89728" y="28468"/>
                </a:lnTo>
                <a:lnTo>
                  <a:pt x="123122" y="124372"/>
                </a:lnTo>
                <a:lnTo>
                  <a:pt x="146449" y="124372"/>
                </a:lnTo>
                <a:lnTo>
                  <a:pt x="108442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62543" y="729199"/>
            <a:ext cx="145829" cy="206947"/>
          </a:xfrm>
          <a:custGeom>
            <a:avLst/>
            <a:gdLst/>
            <a:ahLst/>
            <a:cxnLst/>
            <a:rect l="l" t="t" r="r" b="b"/>
            <a:pathLst>
              <a:path w="145829" h="206947">
                <a:moveTo>
                  <a:pt x="20928" y="153304"/>
                </a:moveTo>
                <a:lnTo>
                  <a:pt x="0" y="153715"/>
                </a:lnTo>
                <a:lnTo>
                  <a:pt x="104" y="154529"/>
                </a:lnTo>
                <a:lnTo>
                  <a:pt x="2575" y="165157"/>
                </a:lnTo>
                <a:lnTo>
                  <a:pt x="39086" y="200929"/>
                </a:lnTo>
                <a:lnTo>
                  <a:pt x="71571" y="206947"/>
                </a:lnTo>
                <a:lnTo>
                  <a:pt x="86155" y="205774"/>
                </a:lnTo>
                <a:lnTo>
                  <a:pt x="100306" y="202323"/>
                </a:lnTo>
                <a:lnTo>
                  <a:pt x="113475" y="196699"/>
                </a:lnTo>
                <a:lnTo>
                  <a:pt x="125112" y="189004"/>
                </a:lnTo>
                <a:lnTo>
                  <a:pt x="127430" y="186659"/>
                </a:lnTo>
                <a:lnTo>
                  <a:pt x="75353" y="186659"/>
                </a:lnTo>
                <a:lnTo>
                  <a:pt x="60278" y="185328"/>
                </a:lnTo>
                <a:lnTo>
                  <a:pt x="46299" y="181295"/>
                </a:lnTo>
                <a:lnTo>
                  <a:pt x="34435" y="174643"/>
                </a:lnTo>
                <a:lnTo>
                  <a:pt x="25705" y="165458"/>
                </a:lnTo>
                <a:lnTo>
                  <a:pt x="21057" y="153896"/>
                </a:lnTo>
                <a:lnTo>
                  <a:pt x="20928" y="153304"/>
                </a:lnTo>
                <a:close/>
              </a:path>
              <a:path w="145829" h="206947">
                <a:moveTo>
                  <a:pt x="77130" y="0"/>
                </a:moveTo>
                <a:lnTo>
                  <a:pt x="35531" y="8175"/>
                </a:lnTo>
                <a:lnTo>
                  <a:pt x="2968" y="45727"/>
                </a:lnTo>
                <a:lnTo>
                  <a:pt x="1341" y="57157"/>
                </a:lnTo>
                <a:lnTo>
                  <a:pt x="1541" y="62941"/>
                </a:lnTo>
                <a:lnTo>
                  <a:pt x="21095" y="99108"/>
                </a:lnTo>
                <a:lnTo>
                  <a:pt x="60198" y="111923"/>
                </a:lnTo>
                <a:lnTo>
                  <a:pt x="77694" y="113902"/>
                </a:lnTo>
                <a:lnTo>
                  <a:pt x="93196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3"/>
                </a:lnTo>
                <a:lnTo>
                  <a:pt x="114720" y="170841"/>
                </a:lnTo>
                <a:lnTo>
                  <a:pt x="103616" y="179008"/>
                </a:lnTo>
                <a:lnTo>
                  <a:pt x="90103" y="184349"/>
                </a:lnTo>
                <a:lnTo>
                  <a:pt x="75353" y="186659"/>
                </a:lnTo>
                <a:lnTo>
                  <a:pt x="127430" y="186659"/>
                </a:lnTo>
                <a:lnTo>
                  <a:pt x="134666" y="179341"/>
                </a:lnTo>
                <a:lnTo>
                  <a:pt x="141587" y="167815"/>
                </a:lnTo>
                <a:lnTo>
                  <a:pt x="145325" y="154529"/>
                </a:lnTo>
                <a:lnTo>
                  <a:pt x="145829" y="143417"/>
                </a:lnTo>
                <a:lnTo>
                  <a:pt x="145309" y="138675"/>
                </a:lnTo>
                <a:lnTo>
                  <a:pt x="120495" y="104839"/>
                </a:lnTo>
                <a:lnTo>
                  <a:pt x="80155" y="93498"/>
                </a:lnTo>
                <a:lnTo>
                  <a:pt x="61079" y="91283"/>
                </a:lnTo>
                <a:lnTo>
                  <a:pt x="46883" y="88331"/>
                </a:lnTo>
                <a:lnTo>
                  <a:pt x="34393" y="82757"/>
                </a:lnTo>
                <a:lnTo>
                  <a:pt x="25472" y="73345"/>
                </a:lnTo>
                <a:lnTo>
                  <a:pt x="23284" y="55802"/>
                </a:lnTo>
                <a:lnTo>
                  <a:pt x="24655" y="44730"/>
                </a:lnTo>
                <a:lnTo>
                  <a:pt x="56479" y="21658"/>
                </a:lnTo>
                <a:lnTo>
                  <a:pt x="72075" y="19775"/>
                </a:lnTo>
                <a:lnTo>
                  <a:pt x="124910" y="19775"/>
                </a:lnTo>
                <a:lnTo>
                  <a:pt x="114721" y="11456"/>
                </a:lnTo>
                <a:lnTo>
                  <a:pt x="102678" y="5384"/>
                </a:lnTo>
                <a:lnTo>
                  <a:pt x="89902" y="1641"/>
                </a:lnTo>
                <a:lnTo>
                  <a:pt x="77130" y="0"/>
                </a:lnTo>
                <a:close/>
              </a:path>
              <a:path w="145829" h="206947">
                <a:moveTo>
                  <a:pt x="124910" y="19775"/>
                </a:moveTo>
                <a:lnTo>
                  <a:pt x="72075" y="19775"/>
                </a:lnTo>
                <a:lnTo>
                  <a:pt x="84816" y="21039"/>
                </a:lnTo>
                <a:lnTo>
                  <a:pt x="97673" y="25134"/>
                </a:lnTo>
                <a:lnTo>
                  <a:pt x="109022" y="32515"/>
                </a:lnTo>
                <a:lnTo>
                  <a:pt x="117241" y="43636"/>
                </a:lnTo>
                <a:lnTo>
                  <a:pt x="139051" y="45927"/>
                </a:lnTo>
                <a:lnTo>
                  <a:pt x="133647" y="31500"/>
                </a:lnTo>
                <a:lnTo>
                  <a:pt x="125290" y="20086"/>
                </a:lnTo>
                <a:lnTo>
                  <a:pt x="124910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43602" y="729199"/>
            <a:ext cx="145826" cy="206945"/>
          </a:xfrm>
          <a:custGeom>
            <a:avLst/>
            <a:gdLst/>
            <a:ahLst/>
            <a:cxnLst/>
            <a:rect l="l" t="t" r="r" b="b"/>
            <a:pathLst>
              <a:path w="145826" h="206945">
                <a:moveTo>
                  <a:pt x="20925" y="153304"/>
                </a:moveTo>
                <a:lnTo>
                  <a:pt x="0" y="153717"/>
                </a:lnTo>
                <a:lnTo>
                  <a:pt x="100" y="154526"/>
                </a:lnTo>
                <a:lnTo>
                  <a:pt x="2572" y="165157"/>
                </a:lnTo>
                <a:lnTo>
                  <a:pt x="39084" y="200926"/>
                </a:lnTo>
                <a:lnTo>
                  <a:pt x="71570" y="206945"/>
                </a:lnTo>
                <a:lnTo>
                  <a:pt x="86153" y="205772"/>
                </a:lnTo>
                <a:lnTo>
                  <a:pt x="100305" y="202321"/>
                </a:lnTo>
                <a:lnTo>
                  <a:pt x="113474" y="196696"/>
                </a:lnTo>
                <a:lnTo>
                  <a:pt x="125110" y="189001"/>
                </a:lnTo>
                <a:lnTo>
                  <a:pt x="127426" y="186659"/>
                </a:lnTo>
                <a:lnTo>
                  <a:pt x="75353" y="186659"/>
                </a:lnTo>
                <a:lnTo>
                  <a:pt x="60277" y="185328"/>
                </a:lnTo>
                <a:lnTo>
                  <a:pt x="46298" y="181295"/>
                </a:lnTo>
                <a:lnTo>
                  <a:pt x="34434" y="174644"/>
                </a:lnTo>
                <a:lnTo>
                  <a:pt x="25703" y="165460"/>
                </a:lnTo>
                <a:lnTo>
                  <a:pt x="21054" y="153896"/>
                </a:lnTo>
                <a:lnTo>
                  <a:pt x="20925" y="153304"/>
                </a:lnTo>
                <a:close/>
              </a:path>
              <a:path w="145826" h="206945">
                <a:moveTo>
                  <a:pt x="77130" y="0"/>
                </a:moveTo>
                <a:lnTo>
                  <a:pt x="35529" y="8174"/>
                </a:lnTo>
                <a:lnTo>
                  <a:pt x="2967" y="45727"/>
                </a:lnTo>
                <a:lnTo>
                  <a:pt x="1339" y="57157"/>
                </a:lnTo>
                <a:lnTo>
                  <a:pt x="1539" y="62941"/>
                </a:lnTo>
                <a:lnTo>
                  <a:pt x="21092" y="99108"/>
                </a:lnTo>
                <a:lnTo>
                  <a:pt x="60194" y="111923"/>
                </a:lnTo>
                <a:lnTo>
                  <a:pt x="77691" y="113902"/>
                </a:lnTo>
                <a:lnTo>
                  <a:pt x="93193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1"/>
                </a:lnTo>
                <a:lnTo>
                  <a:pt x="114721" y="170839"/>
                </a:lnTo>
                <a:lnTo>
                  <a:pt x="103617" y="179006"/>
                </a:lnTo>
                <a:lnTo>
                  <a:pt x="90103" y="184348"/>
                </a:lnTo>
                <a:lnTo>
                  <a:pt x="75353" y="186659"/>
                </a:lnTo>
                <a:lnTo>
                  <a:pt x="127426" y="186659"/>
                </a:lnTo>
                <a:lnTo>
                  <a:pt x="134664" y="179339"/>
                </a:lnTo>
                <a:lnTo>
                  <a:pt x="141585" y="167813"/>
                </a:lnTo>
                <a:lnTo>
                  <a:pt x="145323" y="154526"/>
                </a:lnTo>
                <a:lnTo>
                  <a:pt x="145826" y="143445"/>
                </a:lnTo>
                <a:lnTo>
                  <a:pt x="145315" y="138738"/>
                </a:lnTo>
                <a:lnTo>
                  <a:pt x="120499" y="104873"/>
                </a:lnTo>
                <a:lnTo>
                  <a:pt x="80229" y="93507"/>
                </a:lnTo>
                <a:lnTo>
                  <a:pt x="64813" y="91786"/>
                </a:lnTo>
                <a:lnTo>
                  <a:pt x="50058" y="89050"/>
                </a:lnTo>
                <a:lnTo>
                  <a:pt x="37236" y="84298"/>
                </a:lnTo>
                <a:lnTo>
                  <a:pt x="27623" y="76527"/>
                </a:lnTo>
                <a:lnTo>
                  <a:pt x="22492" y="64734"/>
                </a:lnTo>
                <a:lnTo>
                  <a:pt x="22891" y="50217"/>
                </a:lnTo>
                <a:lnTo>
                  <a:pt x="59832" y="20873"/>
                </a:lnTo>
                <a:lnTo>
                  <a:pt x="72071" y="19775"/>
                </a:lnTo>
                <a:lnTo>
                  <a:pt x="124908" y="19775"/>
                </a:lnTo>
                <a:lnTo>
                  <a:pt x="114720" y="11457"/>
                </a:lnTo>
                <a:lnTo>
                  <a:pt x="102677" y="5385"/>
                </a:lnTo>
                <a:lnTo>
                  <a:pt x="89900" y="1641"/>
                </a:lnTo>
                <a:lnTo>
                  <a:pt x="77130" y="0"/>
                </a:lnTo>
                <a:close/>
              </a:path>
              <a:path w="145826" h="206945">
                <a:moveTo>
                  <a:pt x="124908" y="19775"/>
                </a:moveTo>
                <a:lnTo>
                  <a:pt x="72071" y="19775"/>
                </a:lnTo>
                <a:lnTo>
                  <a:pt x="84814" y="21039"/>
                </a:lnTo>
                <a:lnTo>
                  <a:pt x="97671" y="25134"/>
                </a:lnTo>
                <a:lnTo>
                  <a:pt x="109020" y="32514"/>
                </a:lnTo>
                <a:lnTo>
                  <a:pt x="117240" y="43633"/>
                </a:lnTo>
                <a:lnTo>
                  <a:pt x="139051" y="45927"/>
                </a:lnTo>
                <a:lnTo>
                  <a:pt x="133646" y="31500"/>
                </a:lnTo>
                <a:lnTo>
                  <a:pt x="125290" y="20086"/>
                </a:lnTo>
                <a:lnTo>
                  <a:pt x="124908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07146" y="357837"/>
            <a:ext cx="562007" cy="587436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148342" y="2883663"/>
            <a:ext cx="3043657" cy="723860"/>
          </a:xfrm>
          <a:custGeom>
            <a:avLst/>
            <a:gdLst/>
            <a:ahLst/>
            <a:cxnLst/>
            <a:rect l="l" t="t" r="r" b="b"/>
            <a:pathLst>
              <a:path w="3043657" h="723860">
                <a:moveTo>
                  <a:pt x="1672306" y="0"/>
                </a:moveTo>
                <a:lnTo>
                  <a:pt x="1591026" y="366"/>
                </a:lnTo>
                <a:lnTo>
                  <a:pt x="1510289" y="2832"/>
                </a:lnTo>
                <a:lnTo>
                  <a:pt x="1430091" y="7384"/>
                </a:lnTo>
                <a:lnTo>
                  <a:pt x="1350431" y="14015"/>
                </a:lnTo>
                <a:lnTo>
                  <a:pt x="1271304" y="22713"/>
                </a:lnTo>
                <a:lnTo>
                  <a:pt x="1192710" y="33468"/>
                </a:lnTo>
                <a:lnTo>
                  <a:pt x="1114644" y="46269"/>
                </a:lnTo>
                <a:lnTo>
                  <a:pt x="1037106" y="61107"/>
                </a:lnTo>
                <a:lnTo>
                  <a:pt x="960091" y="77970"/>
                </a:lnTo>
                <a:lnTo>
                  <a:pt x="883597" y="96850"/>
                </a:lnTo>
                <a:lnTo>
                  <a:pt x="807622" y="117735"/>
                </a:lnTo>
                <a:lnTo>
                  <a:pt x="732163" y="140615"/>
                </a:lnTo>
                <a:lnTo>
                  <a:pt x="657218" y="165479"/>
                </a:lnTo>
                <a:lnTo>
                  <a:pt x="582783" y="192319"/>
                </a:lnTo>
                <a:lnTo>
                  <a:pt x="508857" y="221122"/>
                </a:lnTo>
                <a:lnTo>
                  <a:pt x="435436" y="251879"/>
                </a:lnTo>
                <a:lnTo>
                  <a:pt x="362518" y="284580"/>
                </a:lnTo>
                <a:lnTo>
                  <a:pt x="290100" y="319214"/>
                </a:lnTo>
                <a:lnTo>
                  <a:pt x="218180" y="355771"/>
                </a:lnTo>
                <a:lnTo>
                  <a:pt x="146756" y="394241"/>
                </a:lnTo>
                <a:lnTo>
                  <a:pt x="102559" y="420180"/>
                </a:lnTo>
                <a:lnTo>
                  <a:pt x="62462" y="448697"/>
                </a:lnTo>
                <a:lnTo>
                  <a:pt x="29787" y="480824"/>
                </a:lnTo>
                <a:lnTo>
                  <a:pt x="7858" y="517597"/>
                </a:lnTo>
                <a:lnTo>
                  <a:pt x="0" y="560050"/>
                </a:lnTo>
                <a:lnTo>
                  <a:pt x="1081" y="575642"/>
                </a:lnTo>
                <a:lnTo>
                  <a:pt x="17151" y="627276"/>
                </a:lnTo>
                <a:lnTo>
                  <a:pt x="37426" y="662321"/>
                </a:lnTo>
                <a:lnTo>
                  <a:pt x="70804" y="698347"/>
                </a:lnTo>
                <a:lnTo>
                  <a:pt x="107652" y="718009"/>
                </a:lnTo>
                <a:lnTo>
                  <a:pt x="147252" y="723860"/>
                </a:lnTo>
                <a:lnTo>
                  <a:pt x="160940" y="723183"/>
                </a:lnTo>
                <a:lnTo>
                  <a:pt x="203097" y="714588"/>
                </a:lnTo>
                <a:lnTo>
                  <a:pt x="246337" y="698136"/>
                </a:lnTo>
                <a:lnTo>
                  <a:pt x="289943" y="676379"/>
                </a:lnTo>
                <a:lnTo>
                  <a:pt x="431260" y="604040"/>
                </a:lnTo>
                <a:lnTo>
                  <a:pt x="572585" y="539865"/>
                </a:lnTo>
                <a:lnTo>
                  <a:pt x="713918" y="483761"/>
                </a:lnTo>
                <a:lnTo>
                  <a:pt x="855257" y="435639"/>
                </a:lnTo>
                <a:lnTo>
                  <a:pt x="996601" y="395405"/>
                </a:lnTo>
                <a:lnTo>
                  <a:pt x="1137950" y="362970"/>
                </a:lnTo>
                <a:lnTo>
                  <a:pt x="1279303" y="338242"/>
                </a:lnTo>
                <a:lnTo>
                  <a:pt x="1420658" y="321129"/>
                </a:lnTo>
                <a:lnTo>
                  <a:pt x="1562015" y="311541"/>
                </a:lnTo>
                <a:lnTo>
                  <a:pt x="1703373" y="309386"/>
                </a:lnTo>
                <a:lnTo>
                  <a:pt x="3043657" y="309386"/>
                </a:lnTo>
                <a:lnTo>
                  <a:pt x="3043657" y="289957"/>
                </a:lnTo>
                <a:lnTo>
                  <a:pt x="2962100" y="255242"/>
                </a:lnTo>
                <a:lnTo>
                  <a:pt x="2885105" y="224661"/>
                </a:lnTo>
                <a:lnTo>
                  <a:pt x="2807647" y="195964"/>
                </a:lnTo>
                <a:lnTo>
                  <a:pt x="2729721" y="169164"/>
                </a:lnTo>
                <a:lnTo>
                  <a:pt x="2651325" y="144277"/>
                </a:lnTo>
                <a:lnTo>
                  <a:pt x="2572454" y="121317"/>
                </a:lnTo>
                <a:lnTo>
                  <a:pt x="2493103" y="100298"/>
                </a:lnTo>
                <a:lnTo>
                  <a:pt x="2413268" y="81234"/>
                </a:lnTo>
                <a:lnTo>
                  <a:pt x="2332946" y="64140"/>
                </a:lnTo>
                <a:lnTo>
                  <a:pt x="2252131" y="49029"/>
                </a:lnTo>
                <a:lnTo>
                  <a:pt x="2170821" y="35917"/>
                </a:lnTo>
                <a:lnTo>
                  <a:pt x="2089010" y="24817"/>
                </a:lnTo>
                <a:lnTo>
                  <a:pt x="2006695" y="15743"/>
                </a:lnTo>
                <a:lnTo>
                  <a:pt x="1923871" y="8710"/>
                </a:lnTo>
                <a:lnTo>
                  <a:pt x="1840534" y="3732"/>
                </a:lnTo>
                <a:lnTo>
                  <a:pt x="1756681" y="824"/>
                </a:lnTo>
                <a:lnTo>
                  <a:pt x="1672306" y="0"/>
                </a:lnTo>
                <a:close/>
              </a:path>
              <a:path w="3043657" h="723860">
                <a:moveTo>
                  <a:pt x="3043657" y="309386"/>
                </a:moveTo>
                <a:lnTo>
                  <a:pt x="1703373" y="309386"/>
                </a:lnTo>
                <a:lnTo>
                  <a:pt x="1844731" y="314573"/>
                </a:lnTo>
                <a:lnTo>
                  <a:pt x="1986088" y="327010"/>
                </a:lnTo>
                <a:lnTo>
                  <a:pt x="2127444" y="346607"/>
                </a:lnTo>
                <a:lnTo>
                  <a:pt x="2268796" y="373272"/>
                </a:lnTo>
                <a:lnTo>
                  <a:pt x="2410145" y="406914"/>
                </a:lnTo>
                <a:lnTo>
                  <a:pt x="2551490" y="447441"/>
                </a:lnTo>
                <a:lnTo>
                  <a:pt x="2692829" y="494762"/>
                </a:lnTo>
                <a:lnTo>
                  <a:pt x="2834161" y="548787"/>
                </a:lnTo>
                <a:lnTo>
                  <a:pt x="2975487" y="609424"/>
                </a:lnTo>
                <a:lnTo>
                  <a:pt x="3043657" y="641820"/>
                </a:lnTo>
                <a:lnTo>
                  <a:pt x="3043657" y="3093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885330" y="4977029"/>
            <a:ext cx="318059" cy="317160"/>
          </a:xfrm>
          <a:custGeom>
            <a:avLst/>
            <a:gdLst/>
            <a:ahLst/>
            <a:cxnLst/>
            <a:rect l="l" t="t" r="r" b="b"/>
            <a:pathLst>
              <a:path w="318059" h="317160">
                <a:moveTo>
                  <a:pt x="169508" y="0"/>
                </a:moveTo>
                <a:lnTo>
                  <a:pt x="123623" y="5350"/>
                </a:lnTo>
                <a:lnTo>
                  <a:pt x="83232" y="20772"/>
                </a:lnTo>
                <a:lnTo>
                  <a:pt x="49405" y="44909"/>
                </a:lnTo>
                <a:lnTo>
                  <a:pt x="23610" y="76004"/>
                </a:lnTo>
                <a:lnTo>
                  <a:pt x="6718" y="112906"/>
                </a:lnTo>
                <a:lnTo>
                  <a:pt x="0" y="154058"/>
                </a:lnTo>
                <a:lnTo>
                  <a:pt x="642" y="169271"/>
                </a:lnTo>
                <a:lnTo>
                  <a:pt x="9954" y="212047"/>
                </a:lnTo>
                <a:lnTo>
                  <a:pt x="29152" y="249437"/>
                </a:lnTo>
                <a:lnTo>
                  <a:pt x="56701" y="280038"/>
                </a:lnTo>
                <a:lnTo>
                  <a:pt x="91066" y="302447"/>
                </a:lnTo>
                <a:lnTo>
                  <a:pt x="130712" y="315262"/>
                </a:lnTo>
                <a:lnTo>
                  <a:pt x="144835" y="317160"/>
                </a:lnTo>
                <a:lnTo>
                  <a:pt x="161035" y="316642"/>
                </a:lnTo>
                <a:lnTo>
                  <a:pt x="206060" y="308082"/>
                </a:lnTo>
                <a:lnTo>
                  <a:pt x="244919" y="290111"/>
                </a:lnTo>
                <a:lnTo>
                  <a:pt x="276574" y="264139"/>
                </a:lnTo>
                <a:lnTo>
                  <a:pt x="299986" y="231577"/>
                </a:lnTo>
                <a:lnTo>
                  <a:pt x="314119" y="193836"/>
                </a:lnTo>
                <a:lnTo>
                  <a:pt x="318059" y="158736"/>
                </a:lnTo>
                <a:lnTo>
                  <a:pt x="317387" y="144044"/>
                </a:lnTo>
                <a:lnTo>
                  <a:pt x="307775" y="102441"/>
                </a:lnTo>
                <a:lnTo>
                  <a:pt x="288020" y="65795"/>
                </a:lnTo>
                <a:lnTo>
                  <a:pt x="259726" y="35707"/>
                </a:lnTo>
                <a:lnTo>
                  <a:pt x="224497" y="13778"/>
                </a:lnTo>
                <a:lnTo>
                  <a:pt x="183936" y="1610"/>
                </a:lnTo>
                <a:lnTo>
                  <a:pt x="169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653346" y="3698473"/>
            <a:ext cx="317130" cy="318062"/>
          </a:xfrm>
          <a:custGeom>
            <a:avLst/>
            <a:gdLst/>
            <a:ahLst/>
            <a:cxnLst/>
            <a:rect l="l" t="t" r="r" b="b"/>
            <a:pathLst>
              <a:path w="317130" h="318062">
                <a:moveTo>
                  <a:pt x="163057" y="0"/>
                </a:moveTo>
                <a:lnTo>
                  <a:pt x="118803" y="5679"/>
                </a:lnTo>
                <a:lnTo>
                  <a:pt x="79470" y="21761"/>
                </a:lnTo>
                <a:lnTo>
                  <a:pt x="46460" y="46707"/>
                </a:lnTo>
                <a:lnTo>
                  <a:pt x="21174" y="78981"/>
                </a:lnTo>
                <a:lnTo>
                  <a:pt x="5012" y="117046"/>
                </a:lnTo>
                <a:lnTo>
                  <a:pt x="0" y="144880"/>
                </a:lnTo>
                <a:lnTo>
                  <a:pt x="517" y="161080"/>
                </a:lnTo>
                <a:lnTo>
                  <a:pt x="9076" y="206104"/>
                </a:lnTo>
                <a:lnTo>
                  <a:pt x="27047" y="244958"/>
                </a:lnTo>
                <a:lnTo>
                  <a:pt x="53021" y="276605"/>
                </a:lnTo>
                <a:lnTo>
                  <a:pt x="85589" y="300007"/>
                </a:lnTo>
                <a:lnTo>
                  <a:pt x="123343" y="314129"/>
                </a:lnTo>
                <a:lnTo>
                  <a:pt x="158424" y="318062"/>
                </a:lnTo>
                <a:lnTo>
                  <a:pt x="173114" y="317389"/>
                </a:lnTo>
                <a:lnTo>
                  <a:pt x="214712" y="307778"/>
                </a:lnTo>
                <a:lnTo>
                  <a:pt x="251355" y="288022"/>
                </a:lnTo>
                <a:lnTo>
                  <a:pt x="281440" y="259726"/>
                </a:lnTo>
                <a:lnTo>
                  <a:pt x="303364" y="224492"/>
                </a:lnTo>
                <a:lnTo>
                  <a:pt x="315524" y="183923"/>
                </a:lnTo>
                <a:lnTo>
                  <a:pt x="317130" y="169491"/>
                </a:lnTo>
                <a:lnTo>
                  <a:pt x="316554" y="153663"/>
                </a:lnTo>
                <a:lnTo>
                  <a:pt x="307681" y="109488"/>
                </a:lnTo>
                <a:lnTo>
                  <a:pt x="289222" y="71190"/>
                </a:lnTo>
                <a:lnTo>
                  <a:pt x="262632" y="39941"/>
                </a:lnTo>
                <a:lnTo>
                  <a:pt x="229369" y="16915"/>
                </a:lnTo>
                <a:lnTo>
                  <a:pt x="190889" y="3286"/>
                </a:lnTo>
                <a:lnTo>
                  <a:pt x="1630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25417" y="5414608"/>
            <a:ext cx="456676" cy="1012010"/>
          </a:xfrm>
          <a:custGeom>
            <a:avLst/>
            <a:gdLst/>
            <a:ahLst/>
            <a:cxnLst/>
            <a:rect l="l" t="t" r="r" b="b"/>
            <a:pathLst>
              <a:path w="456676" h="1012009">
                <a:moveTo>
                  <a:pt x="297596" y="0"/>
                </a:moveTo>
                <a:lnTo>
                  <a:pt x="256815" y="5378"/>
                </a:lnTo>
                <a:lnTo>
                  <a:pt x="220037" y="20574"/>
                </a:lnTo>
                <a:lnTo>
                  <a:pt x="188647" y="44072"/>
                </a:lnTo>
                <a:lnTo>
                  <a:pt x="163801" y="74499"/>
                </a:lnTo>
                <a:lnTo>
                  <a:pt x="159047" y="81220"/>
                </a:lnTo>
                <a:lnTo>
                  <a:pt x="158408" y="82800"/>
                </a:lnTo>
                <a:lnTo>
                  <a:pt x="157836" y="84345"/>
                </a:lnTo>
                <a:lnTo>
                  <a:pt x="157199" y="85925"/>
                </a:lnTo>
                <a:lnTo>
                  <a:pt x="127347" y="164754"/>
                </a:lnTo>
                <a:lnTo>
                  <a:pt x="109367" y="220064"/>
                </a:lnTo>
                <a:lnTo>
                  <a:pt x="93157" y="274856"/>
                </a:lnTo>
                <a:lnTo>
                  <a:pt x="78625" y="328849"/>
                </a:lnTo>
                <a:lnTo>
                  <a:pt x="65682" y="381759"/>
                </a:lnTo>
                <a:lnTo>
                  <a:pt x="54235" y="433303"/>
                </a:lnTo>
                <a:lnTo>
                  <a:pt x="44193" y="483200"/>
                </a:lnTo>
                <a:lnTo>
                  <a:pt x="35465" y="531166"/>
                </a:lnTo>
                <a:lnTo>
                  <a:pt x="27960" y="576919"/>
                </a:lnTo>
                <a:lnTo>
                  <a:pt x="21586" y="620176"/>
                </a:lnTo>
                <a:lnTo>
                  <a:pt x="16253" y="660655"/>
                </a:lnTo>
                <a:lnTo>
                  <a:pt x="8341" y="732147"/>
                </a:lnTo>
                <a:lnTo>
                  <a:pt x="3495" y="789134"/>
                </a:lnTo>
                <a:lnTo>
                  <a:pt x="984" y="829355"/>
                </a:lnTo>
                <a:lnTo>
                  <a:pt x="0" y="853304"/>
                </a:lnTo>
                <a:lnTo>
                  <a:pt x="672" y="867994"/>
                </a:lnTo>
                <a:lnTo>
                  <a:pt x="10283" y="909592"/>
                </a:lnTo>
                <a:lnTo>
                  <a:pt x="30039" y="946235"/>
                </a:lnTo>
                <a:lnTo>
                  <a:pt x="58335" y="976320"/>
                </a:lnTo>
                <a:lnTo>
                  <a:pt x="93604" y="998258"/>
                </a:lnTo>
                <a:lnTo>
                  <a:pt x="134139" y="1010403"/>
                </a:lnTo>
                <a:lnTo>
                  <a:pt x="148570" y="1012010"/>
                </a:lnTo>
                <a:lnTo>
                  <a:pt x="164157" y="1011477"/>
                </a:lnTo>
                <a:lnTo>
                  <a:pt x="207455" y="1003126"/>
                </a:lnTo>
                <a:lnTo>
                  <a:pt x="244865" y="985691"/>
                </a:lnTo>
                <a:lnTo>
                  <a:pt x="275502" y="960514"/>
                </a:lnTo>
                <a:lnTo>
                  <a:pt x="298476" y="928939"/>
                </a:lnTo>
                <a:lnTo>
                  <a:pt x="312900" y="892309"/>
                </a:lnTo>
                <a:lnTo>
                  <a:pt x="313792" y="889529"/>
                </a:lnTo>
                <a:lnTo>
                  <a:pt x="313827" y="888655"/>
                </a:lnTo>
                <a:lnTo>
                  <a:pt x="316238" y="876308"/>
                </a:lnTo>
                <a:lnTo>
                  <a:pt x="317730" y="863685"/>
                </a:lnTo>
                <a:lnTo>
                  <a:pt x="317507" y="847023"/>
                </a:lnTo>
                <a:lnTo>
                  <a:pt x="316540" y="837846"/>
                </a:lnTo>
                <a:lnTo>
                  <a:pt x="320321" y="784903"/>
                </a:lnTo>
                <a:lnTo>
                  <a:pt x="325233" y="733580"/>
                </a:lnTo>
                <a:lnTo>
                  <a:pt x="331133" y="683994"/>
                </a:lnTo>
                <a:lnTo>
                  <a:pt x="337879" y="636264"/>
                </a:lnTo>
                <a:lnTo>
                  <a:pt x="345327" y="590509"/>
                </a:lnTo>
                <a:lnTo>
                  <a:pt x="353333" y="546847"/>
                </a:lnTo>
                <a:lnTo>
                  <a:pt x="361754" y="505397"/>
                </a:lnTo>
                <a:lnTo>
                  <a:pt x="370446" y="466277"/>
                </a:lnTo>
                <a:lnTo>
                  <a:pt x="388073" y="395501"/>
                </a:lnTo>
                <a:lnTo>
                  <a:pt x="405067" y="335467"/>
                </a:lnTo>
                <a:lnTo>
                  <a:pt x="420281" y="287124"/>
                </a:lnTo>
                <a:lnTo>
                  <a:pt x="437255" y="238603"/>
                </a:lnTo>
                <a:lnTo>
                  <a:pt x="443773" y="221718"/>
                </a:lnTo>
                <a:lnTo>
                  <a:pt x="456092" y="172664"/>
                </a:lnTo>
                <a:lnTo>
                  <a:pt x="456676" y="159560"/>
                </a:lnTo>
                <a:lnTo>
                  <a:pt x="456006" y="144818"/>
                </a:lnTo>
                <a:lnTo>
                  <a:pt x="446426" y="103101"/>
                </a:lnTo>
                <a:lnTo>
                  <a:pt x="426732" y="66379"/>
                </a:lnTo>
                <a:lnTo>
                  <a:pt x="398518" y="36235"/>
                </a:lnTo>
                <a:lnTo>
                  <a:pt x="363377" y="14251"/>
                </a:lnTo>
                <a:lnTo>
                  <a:pt x="322904" y="2011"/>
                </a:lnTo>
                <a:lnTo>
                  <a:pt x="308504" y="369"/>
                </a:lnTo>
                <a:lnTo>
                  <a:pt x="2975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634548" y="4264774"/>
            <a:ext cx="3557451" cy="2593225"/>
          </a:xfrm>
          <a:custGeom>
            <a:avLst/>
            <a:gdLst/>
            <a:ahLst/>
            <a:cxnLst/>
            <a:rect l="l" t="t" r="r" b="b"/>
            <a:pathLst>
              <a:path w="3557451" h="2593225">
                <a:moveTo>
                  <a:pt x="2264456" y="0"/>
                </a:moveTo>
                <a:lnTo>
                  <a:pt x="2053808" y="9709"/>
                </a:lnTo>
                <a:lnTo>
                  <a:pt x="1842173" y="39556"/>
                </a:lnTo>
                <a:lnTo>
                  <a:pt x="1630895" y="90223"/>
                </a:lnTo>
                <a:lnTo>
                  <a:pt x="1421322" y="162390"/>
                </a:lnTo>
                <a:lnTo>
                  <a:pt x="1232507" y="246005"/>
                </a:lnTo>
                <a:lnTo>
                  <a:pt x="1058031" y="339956"/>
                </a:lnTo>
                <a:lnTo>
                  <a:pt x="897685" y="443675"/>
                </a:lnTo>
                <a:lnTo>
                  <a:pt x="751262" y="556597"/>
                </a:lnTo>
                <a:lnTo>
                  <a:pt x="618553" y="678157"/>
                </a:lnTo>
                <a:lnTo>
                  <a:pt x="499351" y="807788"/>
                </a:lnTo>
                <a:lnTo>
                  <a:pt x="393447" y="944924"/>
                </a:lnTo>
                <a:lnTo>
                  <a:pt x="300634" y="1089001"/>
                </a:lnTo>
                <a:lnTo>
                  <a:pt x="220703" y="1239452"/>
                </a:lnTo>
                <a:lnTo>
                  <a:pt x="153447" y="1395712"/>
                </a:lnTo>
                <a:lnTo>
                  <a:pt x="98656" y="1557214"/>
                </a:lnTo>
                <a:lnTo>
                  <a:pt x="56125" y="1723393"/>
                </a:lnTo>
                <a:lnTo>
                  <a:pt x="25643" y="1893683"/>
                </a:lnTo>
                <a:lnTo>
                  <a:pt x="7004" y="2067519"/>
                </a:lnTo>
                <a:lnTo>
                  <a:pt x="0" y="2244334"/>
                </a:lnTo>
                <a:lnTo>
                  <a:pt x="4421" y="2423564"/>
                </a:lnTo>
                <a:lnTo>
                  <a:pt x="19075" y="2593225"/>
                </a:lnTo>
                <a:lnTo>
                  <a:pt x="335287" y="2593225"/>
                </a:lnTo>
                <a:lnTo>
                  <a:pt x="327888" y="2545508"/>
                </a:lnTo>
                <a:lnTo>
                  <a:pt x="314035" y="2356112"/>
                </a:lnTo>
                <a:lnTo>
                  <a:pt x="315703" y="2170872"/>
                </a:lnTo>
                <a:lnTo>
                  <a:pt x="332362" y="1990483"/>
                </a:lnTo>
                <a:lnTo>
                  <a:pt x="363480" y="1815640"/>
                </a:lnTo>
                <a:lnTo>
                  <a:pt x="408527" y="1647038"/>
                </a:lnTo>
                <a:lnTo>
                  <a:pt x="466973" y="1485374"/>
                </a:lnTo>
                <a:lnTo>
                  <a:pt x="538287" y="1331341"/>
                </a:lnTo>
                <a:lnTo>
                  <a:pt x="621938" y="1185636"/>
                </a:lnTo>
                <a:lnTo>
                  <a:pt x="717396" y="1048953"/>
                </a:lnTo>
                <a:lnTo>
                  <a:pt x="824130" y="921988"/>
                </a:lnTo>
                <a:lnTo>
                  <a:pt x="941610" y="805436"/>
                </a:lnTo>
                <a:lnTo>
                  <a:pt x="1069306" y="699992"/>
                </a:lnTo>
                <a:lnTo>
                  <a:pt x="1206686" y="606351"/>
                </a:lnTo>
                <a:lnTo>
                  <a:pt x="1353219" y="525210"/>
                </a:lnTo>
                <a:lnTo>
                  <a:pt x="1508377" y="457262"/>
                </a:lnTo>
                <a:lnTo>
                  <a:pt x="1671627" y="403203"/>
                </a:lnTo>
                <a:lnTo>
                  <a:pt x="1842439" y="363730"/>
                </a:lnTo>
                <a:lnTo>
                  <a:pt x="2020284" y="339535"/>
                </a:lnTo>
                <a:lnTo>
                  <a:pt x="2204629" y="331316"/>
                </a:lnTo>
                <a:lnTo>
                  <a:pt x="3439351" y="331316"/>
                </a:lnTo>
                <a:lnTo>
                  <a:pt x="3432183" y="326473"/>
                </a:lnTo>
                <a:lnTo>
                  <a:pt x="3255741" y="229667"/>
                </a:lnTo>
                <a:lnTo>
                  <a:pt x="3070232" y="148910"/>
                </a:lnTo>
                <a:lnTo>
                  <a:pt x="2877003" y="84883"/>
                </a:lnTo>
                <a:lnTo>
                  <a:pt x="2677400" y="38268"/>
                </a:lnTo>
                <a:lnTo>
                  <a:pt x="2472768" y="9746"/>
                </a:lnTo>
                <a:lnTo>
                  <a:pt x="2264456" y="0"/>
                </a:lnTo>
                <a:close/>
              </a:path>
              <a:path w="3557451" h="2593225">
                <a:moveTo>
                  <a:pt x="3439351" y="331316"/>
                </a:moveTo>
                <a:lnTo>
                  <a:pt x="2204629" y="331316"/>
                </a:lnTo>
                <a:lnTo>
                  <a:pt x="2373897" y="336648"/>
                </a:lnTo>
                <a:lnTo>
                  <a:pt x="2537229" y="352468"/>
                </a:lnTo>
                <a:lnTo>
                  <a:pt x="2694331" y="378508"/>
                </a:lnTo>
                <a:lnTo>
                  <a:pt x="2844903" y="414502"/>
                </a:lnTo>
                <a:lnTo>
                  <a:pt x="2988651" y="460184"/>
                </a:lnTo>
                <a:lnTo>
                  <a:pt x="3125276" y="515287"/>
                </a:lnTo>
                <a:lnTo>
                  <a:pt x="3254482" y="579544"/>
                </a:lnTo>
                <a:lnTo>
                  <a:pt x="3375972" y="652690"/>
                </a:lnTo>
                <a:lnTo>
                  <a:pt x="3489448" y="734457"/>
                </a:lnTo>
                <a:lnTo>
                  <a:pt x="3557451" y="792732"/>
                </a:lnTo>
                <a:lnTo>
                  <a:pt x="3557451" y="411108"/>
                </a:lnTo>
                <a:lnTo>
                  <a:pt x="3439351" y="331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29272" y="3996324"/>
            <a:ext cx="7379" cy="2063"/>
          </a:xfrm>
          <a:custGeom>
            <a:avLst/>
            <a:gdLst/>
            <a:ahLst/>
            <a:cxnLst/>
            <a:rect l="l" t="t" r="r" b="b"/>
            <a:pathLst>
              <a:path w="7379" h="2063">
                <a:moveTo>
                  <a:pt x="7379" y="0"/>
                </a:moveTo>
                <a:lnTo>
                  <a:pt x="3695" y="1089"/>
                </a:lnTo>
                <a:lnTo>
                  <a:pt x="0" y="2063"/>
                </a:lnTo>
                <a:lnTo>
                  <a:pt x="369" y="2030"/>
                </a:lnTo>
                <a:lnTo>
                  <a:pt x="4065" y="1391"/>
                </a:lnTo>
                <a:lnTo>
                  <a:pt x="73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382355" y="3688061"/>
            <a:ext cx="1876182" cy="1478979"/>
          </a:xfrm>
          <a:custGeom>
            <a:avLst/>
            <a:gdLst/>
            <a:ahLst/>
            <a:cxnLst/>
            <a:rect l="l" t="t" r="r" b="b"/>
            <a:pathLst>
              <a:path w="1876182" h="1478979">
                <a:moveTo>
                  <a:pt x="1722300" y="0"/>
                </a:moveTo>
                <a:lnTo>
                  <a:pt x="1682547" y="5812"/>
                </a:lnTo>
                <a:lnTo>
                  <a:pt x="1621133" y="24798"/>
                </a:lnTo>
                <a:lnTo>
                  <a:pt x="1583399" y="37259"/>
                </a:lnTo>
                <a:lnTo>
                  <a:pt x="1546286" y="50125"/>
                </a:lnTo>
                <a:lnTo>
                  <a:pt x="1509755" y="63396"/>
                </a:lnTo>
                <a:lnTo>
                  <a:pt x="1473768" y="77068"/>
                </a:lnTo>
                <a:lnTo>
                  <a:pt x="1438284" y="91138"/>
                </a:lnTo>
                <a:lnTo>
                  <a:pt x="1368672" y="120463"/>
                </a:lnTo>
                <a:lnTo>
                  <a:pt x="1300607" y="151349"/>
                </a:lnTo>
                <a:lnTo>
                  <a:pt x="1233777" y="183776"/>
                </a:lnTo>
                <a:lnTo>
                  <a:pt x="1167870" y="217722"/>
                </a:lnTo>
                <a:lnTo>
                  <a:pt x="1102573" y="253165"/>
                </a:lnTo>
                <a:lnTo>
                  <a:pt x="1037574" y="290084"/>
                </a:lnTo>
                <a:lnTo>
                  <a:pt x="972560" y="328459"/>
                </a:lnTo>
                <a:lnTo>
                  <a:pt x="928137" y="355586"/>
                </a:lnTo>
                <a:lnTo>
                  <a:pt x="884572" y="383131"/>
                </a:lnTo>
                <a:lnTo>
                  <a:pt x="841809" y="411168"/>
                </a:lnTo>
                <a:lnTo>
                  <a:pt x="799794" y="439771"/>
                </a:lnTo>
                <a:lnTo>
                  <a:pt x="758471" y="469012"/>
                </a:lnTo>
                <a:lnTo>
                  <a:pt x="717785" y="498965"/>
                </a:lnTo>
                <a:lnTo>
                  <a:pt x="677679" y="529703"/>
                </a:lnTo>
                <a:lnTo>
                  <a:pt x="638098" y="561299"/>
                </a:lnTo>
                <a:lnTo>
                  <a:pt x="598988" y="593828"/>
                </a:lnTo>
                <a:lnTo>
                  <a:pt x="560291" y="627361"/>
                </a:lnTo>
                <a:lnTo>
                  <a:pt x="521954" y="661973"/>
                </a:lnTo>
                <a:lnTo>
                  <a:pt x="483920" y="697737"/>
                </a:lnTo>
                <a:lnTo>
                  <a:pt x="446134" y="734726"/>
                </a:lnTo>
                <a:lnTo>
                  <a:pt x="408540" y="773013"/>
                </a:lnTo>
                <a:lnTo>
                  <a:pt x="371083" y="812672"/>
                </a:lnTo>
                <a:lnTo>
                  <a:pt x="333708" y="853776"/>
                </a:lnTo>
                <a:lnTo>
                  <a:pt x="296358" y="896398"/>
                </a:lnTo>
                <a:lnTo>
                  <a:pt x="258979" y="940612"/>
                </a:lnTo>
                <a:lnTo>
                  <a:pt x="221515" y="986491"/>
                </a:lnTo>
                <a:lnTo>
                  <a:pt x="183911" y="1034108"/>
                </a:lnTo>
                <a:lnTo>
                  <a:pt x="177522" y="1042132"/>
                </a:lnTo>
                <a:lnTo>
                  <a:pt x="170640" y="1050427"/>
                </a:lnTo>
                <a:lnTo>
                  <a:pt x="163322" y="1058981"/>
                </a:lnTo>
                <a:lnTo>
                  <a:pt x="155622" y="1067783"/>
                </a:lnTo>
                <a:lnTo>
                  <a:pt x="113326" y="1115131"/>
                </a:lnTo>
                <a:lnTo>
                  <a:pt x="104494" y="1125189"/>
                </a:lnTo>
                <a:lnTo>
                  <a:pt x="78245" y="1156339"/>
                </a:lnTo>
                <a:lnTo>
                  <a:pt x="53527" y="1188719"/>
                </a:lnTo>
                <a:lnTo>
                  <a:pt x="45885" y="1199733"/>
                </a:lnTo>
                <a:lnTo>
                  <a:pt x="36990" y="1210908"/>
                </a:lnTo>
                <a:lnTo>
                  <a:pt x="16491" y="1244734"/>
                </a:lnTo>
                <a:lnTo>
                  <a:pt x="2900" y="1291944"/>
                </a:lnTo>
                <a:lnTo>
                  <a:pt x="0" y="1315885"/>
                </a:lnTo>
                <a:lnTo>
                  <a:pt x="23" y="1327718"/>
                </a:lnTo>
                <a:lnTo>
                  <a:pt x="11194" y="1374055"/>
                </a:lnTo>
                <a:lnTo>
                  <a:pt x="32705" y="1407664"/>
                </a:lnTo>
                <a:lnTo>
                  <a:pt x="48924" y="1424786"/>
                </a:lnTo>
                <a:lnTo>
                  <a:pt x="50503" y="1426299"/>
                </a:lnTo>
                <a:lnTo>
                  <a:pt x="70296" y="1442731"/>
                </a:lnTo>
                <a:lnTo>
                  <a:pt x="71103" y="1443302"/>
                </a:lnTo>
                <a:lnTo>
                  <a:pt x="96003" y="1459415"/>
                </a:lnTo>
                <a:lnTo>
                  <a:pt x="120001" y="1470482"/>
                </a:lnTo>
                <a:lnTo>
                  <a:pt x="143118" y="1476878"/>
                </a:lnTo>
                <a:lnTo>
                  <a:pt x="165377" y="1478979"/>
                </a:lnTo>
                <a:lnTo>
                  <a:pt x="186800" y="1477159"/>
                </a:lnTo>
                <a:lnTo>
                  <a:pt x="227226" y="1463259"/>
                </a:lnTo>
                <a:lnTo>
                  <a:pt x="264576" y="1438178"/>
                </a:lnTo>
                <a:lnTo>
                  <a:pt x="299025" y="1404920"/>
                </a:lnTo>
                <a:lnTo>
                  <a:pt x="330753" y="1366484"/>
                </a:lnTo>
                <a:lnTo>
                  <a:pt x="359937" y="1325872"/>
                </a:lnTo>
                <a:lnTo>
                  <a:pt x="386755" y="1286086"/>
                </a:lnTo>
                <a:lnTo>
                  <a:pt x="399332" y="1267441"/>
                </a:lnTo>
                <a:lnTo>
                  <a:pt x="422935" y="1234521"/>
                </a:lnTo>
                <a:lnTo>
                  <a:pt x="482325" y="1159438"/>
                </a:lnTo>
                <a:lnTo>
                  <a:pt x="541644" y="1087946"/>
                </a:lnTo>
                <a:lnTo>
                  <a:pt x="601025" y="1019952"/>
                </a:lnTo>
                <a:lnTo>
                  <a:pt x="660597" y="955365"/>
                </a:lnTo>
                <a:lnTo>
                  <a:pt x="720492" y="894094"/>
                </a:lnTo>
                <a:lnTo>
                  <a:pt x="780841" y="836046"/>
                </a:lnTo>
                <a:lnTo>
                  <a:pt x="841776" y="781129"/>
                </a:lnTo>
                <a:lnTo>
                  <a:pt x="903428" y="729251"/>
                </a:lnTo>
                <a:lnTo>
                  <a:pt x="965928" y="680321"/>
                </a:lnTo>
                <a:lnTo>
                  <a:pt x="1029406" y="634246"/>
                </a:lnTo>
                <a:lnTo>
                  <a:pt x="1093995" y="590936"/>
                </a:lnTo>
                <a:lnTo>
                  <a:pt x="1159825" y="550297"/>
                </a:lnTo>
                <a:lnTo>
                  <a:pt x="1227027" y="512238"/>
                </a:lnTo>
                <a:lnTo>
                  <a:pt x="1295733" y="476667"/>
                </a:lnTo>
                <a:lnTo>
                  <a:pt x="1366075" y="443493"/>
                </a:lnTo>
                <a:lnTo>
                  <a:pt x="1438182" y="412622"/>
                </a:lnTo>
                <a:lnTo>
                  <a:pt x="1512186" y="383964"/>
                </a:lnTo>
                <a:lnTo>
                  <a:pt x="1588220" y="357427"/>
                </a:lnTo>
                <a:lnTo>
                  <a:pt x="1666412" y="332918"/>
                </a:lnTo>
                <a:lnTo>
                  <a:pt x="1746896" y="310346"/>
                </a:lnTo>
                <a:lnTo>
                  <a:pt x="1750626" y="309338"/>
                </a:lnTo>
                <a:lnTo>
                  <a:pt x="1754255" y="308296"/>
                </a:lnTo>
                <a:lnTo>
                  <a:pt x="1793686" y="293834"/>
                </a:lnTo>
                <a:lnTo>
                  <a:pt x="1826966" y="268840"/>
                </a:lnTo>
                <a:lnTo>
                  <a:pt x="1852342" y="238430"/>
                </a:lnTo>
                <a:lnTo>
                  <a:pt x="1869014" y="203488"/>
                </a:lnTo>
                <a:lnTo>
                  <a:pt x="1876182" y="164902"/>
                </a:lnTo>
                <a:lnTo>
                  <a:pt x="1875977" y="148978"/>
                </a:lnTo>
                <a:lnTo>
                  <a:pt x="1875004" y="136910"/>
                </a:lnTo>
                <a:lnTo>
                  <a:pt x="1873347" y="126634"/>
                </a:lnTo>
                <a:lnTo>
                  <a:pt x="1872843" y="124013"/>
                </a:lnTo>
                <a:lnTo>
                  <a:pt x="1871936" y="121594"/>
                </a:lnTo>
                <a:lnTo>
                  <a:pt x="1871330" y="119005"/>
                </a:lnTo>
                <a:lnTo>
                  <a:pt x="1856332" y="80855"/>
                </a:lnTo>
                <a:lnTo>
                  <a:pt x="1832434" y="48319"/>
                </a:lnTo>
                <a:lnTo>
                  <a:pt x="1801132" y="22957"/>
                </a:lnTo>
                <a:lnTo>
                  <a:pt x="1763921" y="6331"/>
                </a:lnTo>
                <a:lnTo>
                  <a:pt x="1736572" y="870"/>
                </a:lnTo>
                <a:lnTo>
                  <a:pt x="1722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567572" y="3601025"/>
            <a:ext cx="1624428" cy="684492"/>
          </a:xfrm>
          <a:custGeom>
            <a:avLst/>
            <a:gdLst/>
            <a:ahLst/>
            <a:cxnLst/>
            <a:rect l="l" t="t" r="r" b="b"/>
            <a:pathLst>
              <a:path w="1624428" h="684492">
                <a:moveTo>
                  <a:pt x="1622716" y="314358"/>
                </a:moveTo>
                <a:lnTo>
                  <a:pt x="276322" y="314358"/>
                </a:lnTo>
                <a:lnTo>
                  <a:pt x="399298" y="316443"/>
                </a:lnTo>
                <a:lnTo>
                  <a:pt x="521882" y="324263"/>
                </a:lnTo>
                <a:lnTo>
                  <a:pt x="643873" y="337826"/>
                </a:lnTo>
                <a:lnTo>
                  <a:pt x="765073" y="357140"/>
                </a:lnTo>
                <a:lnTo>
                  <a:pt x="885280" y="382214"/>
                </a:lnTo>
                <a:lnTo>
                  <a:pt x="1004295" y="413055"/>
                </a:lnTo>
                <a:lnTo>
                  <a:pt x="1121917" y="449672"/>
                </a:lnTo>
                <a:lnTo>
                  <a:pt x="1237947" y="492072"/>
                </a:lnTo>
                <a:lnTo>
                  <a:pt x="1352185" y="540263"/>
                </a:lnTo>
                <a:lnTo>
                  <a:pt x="1464430" y="594254"/>
                </a:lnTo>
                <a:lnTo>
                  <a:pt x="1574482" y="654053"/>
                </a:lnTo>
                <a:lnTo>
                  <a:pt x="1624428" y="684492"/>
                </a:lnTo>
                <a:lnTo>
                  <a:pt x="1624428" y="315258"/>
                </a:lnTo>
                <a:lnTo>
                  <a:pt x="1622716" y="314358"/>
                </a:lnTo>
                <a:close/>
              </a:path>
              <a:path w="1624428" h="684492">
                <a:moveTo>
                  <a:pt x="159948" y="1"/>
                </a:moveTo>
                <a:lnTo>
                  <a:pt x="116669" y="5826"/>
                </a:lnTo>
                <a:lnTo>
                  <a:pt x="77953" y="22246"/>
                </a:lnTo>
                <a:lnTo>
                  <a:pt x="45344" y="47682"/>
                </a:lnTo>
                <a:lnTo>
                  <a:pt x="20389" y="80549"/>
                </a:lnTo>
                <a:lnTo>
                  <a:pt x="4631" y="119267"/>
                </a:lnTo>
                <a:lnTo>
                  <a:pt x="0" y="147548"/>
                </a:lnTo>
                <a:lnTo>
                  <a:pt x="560" y="163482"/>
                </a:lnTo>
                <a:lnTo>
                  <a:pt x="9350" y="207897"/>
                </a:lnTo>
                <a:lnTo>
                  <a:pt x="27678" y="246348"/>
                </a:lnTo>
                <a:lnTo>
                  <a:pt x="54101" y="277703"/>
                </a:lnTo>
                <a:lnTo>
                  <a:pt x="87174" y="300828"/>
                </a:lnTo>
                <a:lnTo>
                  <a:pt x="125455" y="314589"/>
                </a:lnTo>
                <a:lnTo>
                  <a:pt x="153154" y="318001"/>
                </a:lnTo>
                <a:lnTo>
                  <a:pt x="276322" y="314358"/>
                </a:lnTo>
                <a:lnTo>
                  <a:pt x="1622716" y="314358"/>
                </a:lnTo>
                <a:lnTo>
                  <a:pt x="1586806" y="295482"/>
                </a:lnTo>
                <a:lnTo>
                  <a:pt x="1470804" y="241436"/>
                </a:lnTo>
                <a:lnTo>
                  <a:pt x="1352264" y="192934"/>
                </a:lnTo>
                <a:lnTo>
                  <a:pt x="1231211" y="149939"/>
                </a:lnTo>
                <a:lnTo>
                  <a:pt x="1107672" y="112413"/>
                </a:lnTo>
                <a:lnTo>
                  <a:pt x="981672" y="80319"/>
                </a:lnTo>
                <a:lnTo>
                  <a:pt x="853240" y="53618"/>
                </a:lnTo>
                <a:lnTo>
                  <a:pt x="722399" y="32273"/>
                </a:lnTo>
                <a:lnTo>
                  <a:pt x="589178" y="16247"/>
                </a:lnTo>
                <a:lnTo>
                  <a:pt x="453602" y="5502"/>
                </a:lnTo>
                <a:lnTo>
                  <a:pt x="320581" y="194"/>
                </a:lnTo>
                <a:lnTo>
                  <a:pt x="291475" y="194"/>
                </a:lnTo>
                <a:lnTo>
                  <a:pt x="159948" y="1"/>
                </a:lnTo>
                <a:close/>
              </a:path>
              <a:path w="1624428" h="684492">
                <a:moveTo>
                  <a:pt x="315698" y="0"/>
                </a:moveTo>
                <a:lnTo>
                  <a:pt x="291475" y="194"/>
                </a:lnTo>
                <a:lnTo>
                  <a:pt x="320581" y="194"/>
                </a:lnTo>
                <a:lnTo>
                  <a:pt x="315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564983" y="5227215"/>
            <a:ext cx="627016" cy="1419769"/>
          </a:xfrm>
          <a:custGeom>
            <a:avLst/>
            <a:gdLst/>
            <a:ahLst/>
            <a:cxnLst/>
            <a:rect l="l" t="t" r="r" b="b"/>
            <a:pathLst>
              <a:path w="627016" h="1419769">
                <a:moveTo>
                  <a:pt x="0" y="265728"/>
                </a:moveTo>
                <a:lnTo>
                  <a:pt x="36796" y="298452"/>
                </a:lnTo>
                <a:lnTo>
                  <a:pt x="73006" y="333261"/>
                </a:lnTo>
                <a:lnTo>
                  <a:pt x="108519" y="370047"/>
                </a:lnTo>
                <a:lnTo>
                  <a:pt x="143227" y="408702"/>
                </a:lnTo>
                <a:lnTo>
                  <a:pt x="177020" y="449118"/>
                </a:lnTo>
                <a:lnTo>
                  <a:pt x="209791" y="491188"/>
                </a:lnTo>
                <a:lnTo>
                  <a:pt x="241429" y="534804"/>
                </a:lnTo>
                <a:lnTo>
                  <a:pt x="271826" y="579859"/>
                </a:lnTo>
                <a:lnTo>
                  <a:pt x="300874" y="626244"/>
                </a:lnTo>
                <a:lnTo>
                  <a:pt x="328462" y="673853"/>
                </a:lnTo>
                <a:lnTo>
                  <a:pt x="354482" y="722578"/>
                </a:lnTo>
                <a:lnTo>
                  <a:pt x="378826" y="772310"/>
                </a:lnTo>
                <a:lnTo>
                  <a:pt x="401383" y="822943"/>
                </a:lnTo>
                <a:lnTo>
                  <a:pt x="422046" y="874369"/>
                </a:lnTo>
                <a:lnTo>
                  <a:pt x="440705" y="926480"/>
                </a:lnTo>
                <a:lnTo>
                  <a:pt x="457252" y="979168"/>
                </a:lnTo>
                <a:lnTo>
                  <a:pt x="471577" y="1032326"/>
                </a:lnTo>
                <a:lnTo>
                  <a:pt x="483571" y="1085846"/>
                </a:lnTo>
                <a:lnTo>
                  <a:pt x="493126" y="1139621"/>
                </a:lnTo>
                <a:lnTo>
                  <a:pt x="500132" y="1193543"/>
                </a:lnTo>
                <a:lnTo>
                  <a:pt x="501974" y="1210851"/>
                </a:lnTo>
                <a:lnTo>
                  <a:pt x="503905" y="1228102"/>
                </a:lnTo>
                <a:lnTo>
                  <a:pt x="511232" y="1278583"/>
                </a:lnTo>
                <a:lnTo>
                  <a:pt x="522938" y="1325183"/>
                </a:lnTo>
                <a:lnTo>
                  <a:pt x="541699" y="1365369"/>
                </a:lnTo>
                <a:lnTo>
                  <a:pt x="570192" y="1396608"/>
                </a:lnTo>
                <a:lnTo>
                  <a:pt x="611092" y="1416369"/>
                </a:lnTo>
                <a:lnTo>
                  <a:pt x="627016" y="1419769"/>
                </a:lnTo>
                <a:lnTo>
                  <a:pt x="627016" y="526048"/>
                </a:lnTo>
                <a:lnTo>
                  <a:pt x="578909" y="441032"/>
                </a:lnTo>
                <a:lnTo>
                  <a:pt x="546131" y="389324"/>
                </a:lnTo>
                <a:lnTo>
                  <a:pt x="511660" y="339122"/>
                </a:lnTo>
                <a:lnTo>
                  <a:pt x="475553" y="290496"/>
                </a:lnTo>
                <a:lnTo>
                  <a:pt x="472690" y="286926"/>
                </a:lnTo>
                <a:lnTo>
                  <a:pt x="87407" y="286926"/>
                </a:lnTo>
                <a:lnTo>
                  <a:pt x="72486" y="286534"/>
                </a:lnTo>
                <a:lnTo>
                  <a:pt x="33006" y="279824"/>
                </a:lnTo>
                <a:lnTo>
                  <a:pt x="10398" y="271174"/>
                </a:lnTo>
                <a:lnTo>
                  <a:pt x="0" y="265728"/>
                </a:lnTo>
                <a:close/>
              </a:path>
              <a:path w="627016" h="1419769">
                <a:moveTo>
                  <a:pt x="181836" y="0"/>
                </a:moveTo>
                <a:lnTo>
                  <a:pt x="208419" y="27650"/>
                </a:lnTo>
                <a:lnTo>
                  <a:pt x="227946" y="60948"/>
                </a:lnTo>
                <a:lnTo>
                  <a:pt x="237182" y="88983"/>
                </a:lnTo>
                <a:lnTo>
                  <a:pt x="238156" y="91503"/>
                </a:lnTo>
                <a:lnTo>
                  <a:pt x="238694" y="94225"/>
                </a:lnTo>
                <a:lnTo>
                  <a:pt x="240641" y="106667"/>
                </a:lnTo>
                <a:lnTo>
                  <a:pt x="241670" y="119378"/>
                </a:lnTo>
                <a:lnTo>
                  <a:pt x="241133" y="134126"/>
                </a:lnTo>
                <a:lnTo>
                  <a:pt x="233119" y="175203"/>
                </a:lnTo>
                <a:lnTo>
                  <a:pt x="216470" y="210989"/>
                </a:lnTo>
                <a:lnTo>
                  <a:pt x="192427" y="240792"/>
                </a:lnTo>
                <a:lnTo>
                  <a:pt x="159131" y="265106"/>
                </a:lnTo>
                <a:lnTo>
                  <a:pt x="113823" y="283184"/>
                </a:lnTo>
                <a:lnTo>
                  <a:pt x="87407" y="286926"/>
                </a:lnTo>
                <a:lnTo>
                  <a:pt x="472690" y="286926"/>
                </a:lnTo>
                <a:lnTo>
                  <a:pt x="437869" y="243515"/>
                </a:lnTo>
                <a:lnTo>
                  <a:pt x="398663" y="198247"/>
                </a:lnTo>
                <a:lnTo>
                  <a:pt x="357994" y="154760"/>
                </a:lnTo>
                <a:lnTo>
                  <a:pt x="315920" y="113123"/>
                </a:lnTo>
                <a:lnTo>
                  <a:pt x="272497" y="73405"/>
                </a:lnTo>
                <a:lnTo>
                  <a:pt x="227783" y="35674"/>
                </a:lnTo>
                <a:lnTo>
                  <a:pt x="181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742743" y="5224110"/>
            <a:ext cx="4099" cy="3092"/>
          </a:xfrm>
          <a:custGeom>
            <a:avLst/>
            <a:gdLst/>
            <a:ahLst/>
            <a:cxnLst/>
            <a:rect l="l" t="t" r="r" b="b"/>
            <a:pathLst>
              <a:path w="4099" h="3092">
                <a:moveTo>
                  <a:pt x="0" y="0"/>
                </a:moveTo>
                <a:lnTo>
                  <a:pt x="4099" y="3092"/>
                </a:lnTo>
                <a:lnTo>
                  <a:pt x="2117" y="14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537939" y="5472069"/>
            <a:ext cx="19555" cy="16309"/>
          </a:xfrm>
          <a:custGeom>
            <a:avLst/>
            <a:gdLst/>
            <a:ahLst/>
            <a:cxnLst/>
            <a:rect l="l" t="t" r="r" b="b"/>
            <a:pathLst>
              <a:path w="19555" h="16309">
                <a:moveTo>
                  <a:pt x="0" y="0"/>
                </a:moveTo>
                <a:lnTo>
                  <a:pt x="5743" y="6223"/>
                </a:lnTo>
                <a:lnTo>
                  <a:pt x="19226" y="16095"/>
                </a:lnTo>
                <a:lnTo>
                  <a:pt x="19555" y="16309"/>
                </a:lnTo>
                <a:lnTo>
                  <a:pt x="9787" y="80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1483315" y="5190954"/>
            <a:ext cx="323448" cy="323300"/>
          </a:xfrm>
          <a:custGeom>
            <a:avLst/>
            <a:gdLst/>
            <a:ahLst/>
            <a:cxnLst/>
            <a:rect l="l" t="t" r="r" b="b"/>
            <a:pathLst>
              <a:path w="323448" h="323300">
                <a:moveTo>
                  <a:pt x="174447" y="0"/>
                </a:moveTo>
                <a:lnTo>
                  <a:pt x="127928" y="5108"/>
                </a:lnTo>
                <a:lnTo>
                  <a:pt x="86983" y="20017"/>
                </a:lnTo>
                <a:lnTo>
                  <a:pt x="52660" y="43352"/>
                </a:lnTo>
                <a:lnTo>
                  <a:pt x="26011" y="73737"/>
                </a:lnTo>
                <a:lnTo>
                  <a:pt x="8043" y="109937"/>
                </a:lnTo>
                <a:lnTo>
                  <a:pt x="47" y="149131"/>
                </a:lnTo>
                <a:lnTo>
                  <a:pt x="0" y="167071"/>
                </a:lnTo>
                <a:lnTo>
                  <a:pt x="804" y="179321"/>
                </a:lnTo>
                <a:lnTo>
                  <a:pt x="14593" y="228096"/>
                </a:lnTo>
                <a:lnTo>
                  <a:pt x="34309" y="260772"/>
                </a:lnTo>
                <a:lnTo>
                  <a:pt x="71018" y="294762"/>
                </a:lnTo>
                <a:lnTo>
                  <a:pt x="105971" y="313079"/>
                </a:lnTo>
                <a:lnTo>
                  <a:pt x="155400" y="323300"/>
                </a:lnTo>
                <a:lnTo>
                  <a:pt x="170553" y="322929"/>
                </a:lnTo>
                <a:lnTo>
                  <a:pt x="214797" y="313934"/>
                </a:lnTo>
                <a:lnTo>
                  <a:pt x="249859" y="295905"/>
                </a:lnTo>
                <a:lnTo>
                  <a:pt x="280782" y="269142"/>
                </a:lnTo>
                <a:lnTo>
                  <a:pt x="303852" y="237395"/>
                </a:lnTo>
                <a:lnTo>
                  <a:pt x="318322" y="201494"/>
                </a:lnTo>
                <a:lnTo>
                  <a:pt x="323448" y="162269"/>
                </a:lnTo>
                <a:lnTo>
                  <a:pt x="322920" y="149131"/>
                </a:lnTo>
                <a:lnTo>
                  <a:pt x="321440" y="136705"/>
                </a:lnTo>
                <a:lnTo>
                  <a:pt x="319820" y="127775"/>
                </a:lnTo>
                <a:lnTo>
                  <a:pt x="318846" y="125255"/>
                </a:lnTo>
                <a:lnTo>
                  <a:pt x="318242" y="122566"/>
                </a:lnTo>
                <a:lnTo>
                  <a:pt x="304246" y="86085"/>
                </a:lnTo>
                <a:lnTo>
                  <a:pt x="282341" y="54462"/>
                </a:lnTo>
                <a:lnTo>
                  <a:pt x="261447" y="34723"/>
                </a:lnTo>
                <a:lnTo>
                  <a:pt x="259434" y="33146"/>
                </a:lnTo>
                <a:lnTo>
                  <a:pt x="224608" y="12586"/>
                </a:lnTo>
                <a:lnTo>
                  <a:pt x="187568" y="1622"/>
                </a:lnTo>
                <a:lnTo>
                  <a:pt x="1744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008347" y="5671688"/>
            <a:ext cx="839" cy="268"/>
          </a:xfrm>
          <a:custGeom>
            <a:avLst/>
            <a:gdLst/>
            <a:ahLst/>
            <a:cxnLst/>
            <a:rect l="l" t="t" r="r" b="b"/>
            <a:pathLst>
              <a:path w="839" h="268">
                <a:moveTo>
                  <a:pt x="0" y="134"/>
                </a:moveTo>
                <a:lnTo>
                  <a:pt x="839" y="134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997585" y="5664056"/>
            <a:ext cx="962161" cy="1193943"/>
          </a:xfrm>
          <a:custGeom>
            <a:avLst/>
            <a:gdLst/>
            <a:ahLst/>
            <a:cxnLst/>
            <a:rect l="l" t="t" r="r" b="b"/>
            <a:pathLst>
              <a:path w="962161" h="1193943">
                <a:moveTo>
                  <a:pt x="807165" y="0"/>
                </a:moveTo>
                <a:lnTo>
                  <a:pt x="801755" y="0"/>
                </a:lnTo>
                <a:lnTo>
                  <a:pt x="798360" y="840"/>
                </a:lnTo>
                <a:lnTo>
                  <a:pt x="794867" y="1041"/>
                </a:lnTo>
                <a:lnTo>
                  <a:pt x="734798" y="6966"/>
                </a:lnTo>
                <a:lnTo>
                  <a:pt x="676056" y="16833"/>
                </a:lnTo>
                <a:lnTo>
                  <a:pt x="618787" y="30520"/>
                </a:lnTo>
                <a:lnTo>
                  <a:pt x="563135" y="47904"/>
                </a:lnTo>
                <a:lnTo>
                  <a:pt x="509246" y="68860"/>
                </a:lnTo>
                <a:lnTo>
                  <a:pt x="457266" y="93265"/>
                </a:lnTo>
                <a:lnTo>
                  <a:pt x="407340" y="120996"/>
                </a:lnTo>
                <a:lnTo>
                  <a:pt x="359613" y="151929"/>
                </a:lnTo>
                <a:lnTo>
                  <a:pt x="314230" y="185940"/>
                </a:lnTo>
                <a:lnTo>
                  <a:pt x="271338" y="222907"/>
                </a:lnTo>
                <a:lnTo>
                  <a:pt x="231082" y="262705"/>
                </a:lnTo>
                <a:lnTo>
                  <a:pt x="193606" y="305211"/>
                </a:lnTo>
                <a:lnTo>
                  <a:pt x="159056" y="350302"/>
                </a:lnTo>
                <a:lnTo>
                  <a:pt x="127578" y="397853"/>
                </a:lnTo>
                <a:lnTo>
                  <a:pt x="99317" y="447743"/>
                </a:lnTo>
                <a:lnTo>
                  <a:pt x="74419" y="499846"/>
                </a:lnTo>
                <a:lnTo>
                  <a:pt x="53029" y="554039"/>
                </a:lnTo>
                <a:lnTo>
                  <a:pt x="35291" y="610200"/>
                </a:lnTo>
                <a:lnTo>
                  <a:pt x="21353" y="668204"/>
                </a:lnTo>
                <a:lnTo>
                  <a:pt x="11358" y="727927"/>
                </a:lnTo>
                <a:lnTo>
                  <a:pt x="0" y="865499"/>
                </a:lnTo>
                <a:lnTo>
                  <a:pt x="1418" y="1004954"/>
                </a:lnTo>
                <a:lnTo>
                  <a:pt x="15037" y="1145479"/>
                </a:lnTo>
                <a:lnTo>
                  <a:pt x="23727" y="1193943"/>
                </a:lnTo>
                <a:lnTo>
                  <a:pt x="355352" y="1193943"/>
                </a:lnTo>
                <a:lnTo>
                  <a:pt x="341898" y="1113243"/>
                </a:lnTo>
                <a:lnTo>
                  <a:pt x="329365" y="1005693"/>
                </a:lnTo>
                <a:lnTo>
                  <a:pt x="321723" y="895040"/>
                </a:lnTo>
                <a:lnTo>
                  <a:pt x="321119" y="845634"/>
                </a:lnTo>
                <a:lnTo>
                  <a:pt x="323882" y="797818"/>
                </a:lnTo>
                <a:lnTo>
                  <a:pt x="329902" y="751682"/>
                </a:lnTo>
                <a:lnTo>
                  <a:pt x="339071" y="707320"/>
                </a:lnTo>
                <a:lnTo>
                  <a:pt x="351278" y="664822"/>
                </a:lnTo>
                <a:lnTo>
                  <a:pt x="366416" y="624283"/>
                </a:lnTo>
                <a:lnTo>
                  <a:pt x="384373" y="585793"/>
                </a:lnTo>
                <a:lnTo>
                  <a:pt x="405042" y="549445"/>
                </a:lnTo>
                <a:lnTo>
                  <a:pt x="428313" y="515331"/>
                </a:lnTo>
                <a:lnTo>
                  <a:pt x="454077" y="483543"/>
                </a:lnTo>
                <a:lnTo>
                  <a:pt x="482223" y="454174"/>
                </a:lnTo>
                <a:lnTo>
                  <a:pt x="512645" y="427315"/>
                </a:lnTo>
                <a:lnTo>
                  <a:pt x="545231" y="403059"/>
                </a:lnTo>
                <a:lnTo>
                  <a:pt x="579873" y="381499"/>
                </a:lnTo>
                <a:lnTo>
                  <a:pt x="616461" y="362725"/>
                </a:lnTo>
                <a:lnTo>
                  <a:pt x="654886" y="346831"/>
                </a:lnTo>
                <a:lnTo>
                  <a:pt x="695039" y="333909"/>
                </a:lnTo>
                <a:lnTo>
                  <a:pt x="736811" y="324050"/>
                </a:lnTo>
                <a:lnTo>
                  <a:pt x="780093" y="317348"/>
                </a:lnTo>
                <a:lnTo>
                  <a:pt x="824774" y="313894"/>
                </a:lnTo>
                <a:lnTo>
                  <a:pt x="829143" y="312415"/>
                </a:lnTo>
                <a:lnTo>
                  <a:pt x="865965" y="301644"/>
                </a:lnTo>
                <a:lnTo>
                  <a:pt x="900190" y="281304"/>
                </a:lnTo>
                <a:lnTo>
                  <a:pt x="928647" y="253465"/>
                </a:lnTo>
                <a:lnTo>
                  <a:pt x="949159" y="220049"/>
                </a:lnTo>
                <a:lnTo>
                  <a:pt x="960575" y="182161"/>
                </a:lnTo>
                <a:lnTo>
                  <a:pt x="962161" y="168729"/>
                </a:lnTo>
                <a:lnTo>
                  <a:pt x="961699" y="153197"/>
                </a:lnTo>
                <a:lnTo>
                  <a:pt x="954002" y="110683"/>
                </a:lnTo>
                <a:lnTo>
                  <a:pt x="937808" y="74530"/>
                </a:lnTo>
                <a:lnTo>
                  <a:pt x="905158" y="36736"/>
                </a:lnTo>
                <a:lnTo>
                  <a:pt x="872878" y="16226"/>
                </a:lnTo>
                <a:lnTo>
                  <a:pt x="836699" y="3725"/>
                </a:lnTo>
                <a:lnTo>
                  <a:pt x="808846" y="470"/>
                </a:lnTo>
                <a:lnTo>
                  <a:pt x="8071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210949" y="5886480"/>
            <a:ext cx="444861" cy="643535"/>
          </a:xfrm>
          <a:custGeom>
            <a:avLst/>
            <a:gdLst/>
            <a:ahLst/>
            <a:cxnLst/>
            <a:rect l="l" t="t" r="r" b="b"/>
            <a:pathLst>
              <a:path w="444861" h="643535">
                <a:moveTo>
                  <a:pt x="170253" y="0"/>
                </a:moveTo>
                <a:lnTo>
                  <a:pt x="124158" y="5304"/>
                </a:lnTo>
                <a:lnTo>
                  <a:pt x="83629" y="20642"/>
                </a:lnTo>
                <a:lnTo>
                  <a:pt x="49807" y="44564"/>
                </a:lnTo>
                <a:lnTo>
                  <a:pt x="23834" y="75621"/>
                </a:lnTo>
                <a:lnTo>
                  <a:pt x="6851" y="112365"/>
                </a:lnTo>
                <a:lnTo>
                  <a:pt x="0" y="153344"/>
                </a:lnTo>
                <a:lnTo>
                  <a:pt x="483" y="168026"/>
                </a:lnTo>
                <a:lnTo>
                  <a:pt x="1957" y="181055"/>
                </a:lnTo>
                <a:lnTo>
                  <a:pt x="4274" y="192875"/>
                </a:lnTo>
                <a:lnTo>
                  <a:pt x="7350" y="204193"/>
                </a:lnTo>
                <a:lnTo>
                  <a:pt x="7909" y="206365"/>
                </a:lnTo>
                <a:lnTo>
                  <a:pt x="7438" y="206902"/>
                </a:lnTo>
                <a:lnTo>
                  <a:pt x="8346" y="208919"/>
                </a:lnTo>
                <a:lnTo>
                  <a:pt x="9959" y="212615"/>
                </a:lnTo>
                <a:lnTo>
                  <a:pt x="11976" y="218160"/>
                </a:lnTo>
                <a:lnTo>
                  <a:pt x="14294" y="223436"/>
                </a:lnTo>
                <a:lnTo>
                  <a:pt x="16848" y="228644"/>
                </a:lnTo>
                <a:lnTo>
                  <a:pt x="19471" y="234925"/>
                </a:lnTo>
                <a:lnTo>
                  <a:pt x="36736" y="278212"/>
                </a:lnTo>
                <a:lnTo>
                  <a:pt x="54909" y="326986"/>
                </a:lnTo>
                <a:lnTo>
                  <a:pt x="70651" y="371734"/>
                </a:lnTo>
                <a:lnTo>
                  <a:pt x="87898" y="423425"/>
                </a:lnTo>
                <a:lnTo>
                  <a:pt x="100094" y="461716"/>
                </a:lnTo>
                <a:lnTo>
                  <a:pt x="112753" y="503054"/>
                </a:lnTo>
                <a:lnTo>
                  <a:pt x="115264" y="515669"/>
                </a:lnTo>
                <a:lnTo>
                  <a:pt x="118654" y="527942"/>
                </a:lnTo>
                <a:lnTo>
                  <a:pt x="136196" y="564387"/>
                </a:lnTo>
                <a:lnTo>
                  <a:pt x="161625" y="595911"/>
                </a:lnTo>
                <a:lnTo>
                  <a:pt x="192819" y="620238"/>
                </a:lnTo>
                <a:lnTo>
                  <a:pt x="228736" y="636426"/>
                </a:lnTo>
                <a:lnTo>
                  <a:pt x="268333" y="643535"/>
                </a:lnTo>
                <a:lnTo>
                  <a:pt x="283623" y="643166"/>
                </a:lnTo>
                <a:lnTo>
                  <a:pt x="322977" y="636817"/>
                </a:lnTo>
                <a:lnTo>
                  <a:pt x="366961" y="616760"/>
                </a:lnTo>
                <a:lnTo>
                  <a:pt x="397871" y="591413"/>
                </a:lnTo>
                <a:lnTo>
                  <a:pt x="421889" y="560232"/>
                </a:lnTo>
                <a:lnTo>
                  <a:pt x="437918" y="524246"/>
                </a:lnTo>
                <a:lnTo>
                  <a:pt x="444861" y="484484"/>
                </a:lnTo>
                <a:lnTo>
                  <a:pt x="444703" y="468561"/>
                </a:lnTo>
                <a:lnTo>
                  <a:pt x="433385" y="411950"/>
                </a:lnTo>
                <a:lnTo>
                  <a:pt x="422694" y="373497"/>
                </a:lnTo>
                <a:lnTo>
                  <a:pt x="411178" y="334974"/>
                </a:lnTo>
                <a:lnTo>
                  <a:pt x="398794" y="296701"/>
                </a:lnTo>
                <a:lnTo>
                  <a:pt x="385499" y="258994"/>
                </a:lnTo>
                <a:lnTo>
                  <a:pt x="371250" y="222173"/>
                </a:lnTo>
                <a:lnTo>
                  <a:pt x="356005" y="186554"/>
                </a:lnTo>
                <a:lnTo>
                  <a:pt x="331176" y="136076"/>
                </a:lnTo>
                <a:lnTo>
                  <a:pt x="303863" y="90092"/>
                </a:lnTo>
                <a:lnTo>
                  <a:pt x="294181" y="75948"/>
                </a:lnTo>
                <a:lnTo>
                  <a:pt x="287047" y="65394"/>
                </a:lnTo>
                <a:lnTo>
                  <a:pt x="279129" y="55482"/>
                </a:lnTo>
                <a:lnTo>
                  <a:pt x="276471" y="52392"/>
                </a:lnTo>
                <a:lnTo>
                  <a:pt x="275564" y="50846"/>
                </a:lnTo>
                <a:lnTo>
                  <a:pt x="274489" y="49602"/>
                </a:lnTo>
                <a:lnTo>
                  <a:pt x="273851" y="49233"/>
                </a:lnTo>
                <a:lnTo>
                  <a:pt x="273615" y="48897"/>
                </a:lnTo>
                <a:lnTo>
                  <a:pt x="244045" y="24536"/>
                </a:lnTo>
                <a:lnTo>
                  <a:pt x="209191" y="7795"/>
                </a:lnTo>
                <a:lnTo>
                  <a:pt x="183612" y="1522"/>
                </a:lnTo>
                <a:lnTo>
                  <a:pt x="1702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695958" y="6359837"/>
            <a:ext cx="362188" cy="498162"/>
          </a:xfrm>
          <a:custGeom>
            <a:avLst/>
            <a:gdLst/>
            <a:ahLst/>
            <a:cxnLst/>
            <a:rect l="l" t="t" r="r" b="b"/>
            <a:pathLst>
              <a:path w="362188" h="498162">
                <a:moveTo>
                  <a:pt x="168605" y="0"/>
                </a:moveTo>
                <a:lnTo>
                  <a:pt x="124179" y="3405"/>
                </a:lnTo>
                <a:lnTo>
                  <a:pt x="72482" y="22741"/>
                </a:lnTo>
                <a:lnTo>
                  <a:pt x="37035" y="56277"/>
                </a:lnTo>
                <a:lnTo>
                  <a:pt x="15019" y="100559"/>
                </a:lnTo>
                <a:lnTo>
                  <a:pt x="3614" y="152131"/>
                </a:lnTo>
                <a:lnTo>
                  <a:pt x="0" y="207538"/>
                </a:lnTo>
                <a:lnTo>
                  <a:pt x="61" y="227114"/>
                </a:lnTo>
                <a:lnTo>
                  <a:pt x="2426" y="281407"/>
                </a:lnTo>
                <a:lnTo>
                  <a:pt x="14307" y="395485"/>
                </a:lnTo>
                <a:lnTo>
                  <a:pt x="33239" y="498162"/>
                </a:lnTo>
                <a:lnTo>
                  <a:pt x="362188" y="498162"/>
                </a:lnTo>
                <a:lnTo>
                  <a:pt x="346300" y="442421"/>
                </a:lnTo>
                <a:lnTo>
                  <a:pt x="326628" y="345488"/>
                </a:lnTo>
                <a:lnTo>
                  <a:pt x="314095" y="244900"/>
                </a:lnTo>
                <a:lnTo>
                  <a:pt x="312591" y="226262"/>
                </a:lnTo>
                <a:lnTo>
                  <a:pt x="311162" y="207538"/>
                </a:lnTo>
                <a:lnTo>
                  <a:pt x="309850" y="190998"/>
                </a:lnTo>
                <a:lnTo>
                  <a:pt x="303834" y="137777"/>
                </a:lnTo>
                <a:lnTo>
                  <a:pt x="292414" y="88761"/>
                </a:lnTo>
                <a:lnTo>
                  <a:pt x="271952" y="47398"/>
                </a:lnTo>
                <a:lnTo>
                  <a:pt x="238809" y="17133"/>
                </a:lnTo>
                <a:lnTo>
                  <a:pt x="189348" y="1412"/>
                </a:lnTo>
                <a:lnTo>
                  <a:pt x="1686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80999" y="3987800"/>
            <a:ext cx="7721430" cy="15557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81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Thank You</a:t>
            </a:r>
            <a:endParaRPr kumimoji="0" sz="8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8" name="object 47"/>
          <p:cNvSpPr txBox="1"/>
          <p:nvPr/>
        </p:nvSpPr>
        <p:spPr>
          <a:xfrm>
            <a:off x="482600" y="5232400"/>
            <a:ext cx="8665742" cy="8128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Dubai" panose="020B0503030403030204" pitchFamily="34" charset="-78"/>
            </a:endParaRP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8590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057ea3-ef2a-489d-b2ad-4810bf3bdcbd">
      <Terms xmlns="http://schemas.microsoft.com/office/infopath/2007/PartnerControls"/>
    </lcf76f155ced4ddcb4097134ff3c332f>
    <TaxCatchAll xmlns="3c35e321-f73a-4dae-ae38-a0459de24735" xsi:nil="true"/>
    <SharedWithUsers xmlns="84c9379d-312e-4b39-9ddc-56449fca36ec">
      <UserInfo>
        <DisplayName>Kumar, Abhishek (Cognizant)</DisplayName>
        <AccountId>35</AccountId>
        <AccountType/>
      </UserInfo>
      <UserInfo>
        <DisplayName>Chanda, Hindole (Cognizant)</DisplayName>
        <AccountId>45</AccountId>
        <AccountType/>
      </UserInfo>
      <UserInfo>
        <DisplayName>Basu, Dwaipayan(Cognizant)</DisplayName>
        <AccountId>24</AccountId>
        <AccountType/>
      </UserInfo>
      <UserInfo>
        <DisplayName>Bhuyan, Shradhasuman (Cognizant)</DisplayName>
        <AccountId>44</AccountId>
        <AccountType/>
      </UserInfo>
      <UserInfo>
        <DisplayName>T, Sathish kumar (Cognizant)</DisplayName>
        <AccountId>39</AccountId>
        <AccountType/>
      </UserInfo>
      <UserInfo>
        <DisplayName>Gunjan, Anurag (Cognizant)</DisplayName>
        <AccountId>49</AccountId>
        <AccountType/>
      </UserInfo>
      <UserInfo>
        <DisplayName>Shnoudi, Zaid (Cognizant)</DisplayName>
        <AccountId>14</AccountId>
        <AccountType/>
      </UserInfo>
      <UserInfo>
        <DisplayName>Saiaswanth, Gembali (Cognizant)</DisplayName>
        <AccountId>34</AccountId>
        <AccountType/>
      </UserInfo>
      <UserInfo>
        <DisplayName>Sandilya, Sabarna (Cognizant)</DisplayName>
        <AccountId>59</AccountId>
        <AccountType/>
      </UserInfo>
      <UserInfo>
        <DisplayName>Samaddar, Sumit (Cognizant)</DisplayName>
        <AccountId>60</AccountId>
        <AccountType/>
      </UserInfo>
      <UserInfo>
        <DisplayName>Mohol, Sarang Sunil (Cognizant)</DisplayName>
        <AccountId>61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D0BA50A4EEC94CACA27F9B20ACE144" ma:contentTypeVersion="13" ma:contentTypeDescription="Create a new document." ma:contentTypeScope="" ma:versionID="d4700652b617218b775c5a57032b87f3">
  <xsd:schema xmlns:xsd="http://www.w3.org/2001/XMLSchema" xmlns:xs="http://www.w3.org/2001/XMLSchema" xmlns:p="http://schemas.microsoft.com/office/2006/metadata/properties" xmlns:ns2="4d057ea3-ef2a-489d-b2ad-4810bf3bdcbd" xmlns:ns3="84c9379d-312e-4b39-9ddc-56449fca36ec" xmlns:ns4="3c35e321-f73a-4dae-ae38-a0459de24735" targetNamespace="http://schemas.microsoft.com/office/2006/metadata/properties" ma:root="true" ma:fieldsID="e698b86b1abae6d0f02b96e28992fcc1" ns2:_="" ns3:_="" ns4:_="">
    <xsd:import namespace="4d057ea3-ef2a-489d-b2ad-4810bf3bdcbd"/>
    <xsd:import namespace="84c9379d-312e-4b39-9ddc-56449fca36ec"/>
    <xsd:import namespace="3c35e321-f73a-4dae-ae38-a0459de247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057ea3-ef2a-489d-b2ad-4810bf3bdc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3b7d1d5-7262-4eb7-85df-493a730aa6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c9379d-312e-4b39-9ddc-56449fca36e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35e321-f73a-4dae-ae38-a0459de2473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471945a-717d-481d-99c5-2f169b40bdd1}" ma:internalName="TaxCatchAll" ma:showField="CatchAllData" ma:web="84c9379d-312e-4b39-9ddc-56449fca36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CB266C-A29C-43E1-860A-24CE5E673D25}">
  <ds:schemaRefs>
    <ds:schemaRef ds:uri="3c35e321-f73a-4dae-ae38-a0459de24735"/>
    <ds:schemaRef ds:uri="4d057ea3-ef2a-489d-b2ad-4810bf3bdcbd"/>
    <ds:schemaRef ds:uri="84c9379d-312e-4b39-9ddc-56449fca36e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D63EA35-B2AA-4D92-85C9-48D5E2859887}">
  <ds:schemaRefs>
    <ds:schemaRef ds:uri="3c35e321-f73a-4dae-ae38-a0459de24735"/>
    <ds:schemaRef ds:uri="4d057ea3-ef2a-489d-b2ad-4810bf3bdcbd"/>
    <ds:schemaRef ds:uri="84c9379d-312e-4b39-9ddc-56449fca36e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46CB0F4-FAC3-4256-86AF-47ADD6818E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Widescreen</PresentationFormat>
  <Paragraphs>102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Lato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Shnoudi, Zaid (Cognizant)</dc:creator>
  <cp:lastModifiedBy>Bataha, Fadi (Cognizant)</cp:lastModifiedBy>
  <cp:revision>2</cp:revision>
  <dcterms:created xsi:type="dcterms:W3CDTF">2023-01-19T11:17:29Z</dcterms:created>
  <dcterms:modified xsi:type="dcterms:W3CDTF">2026-05-19T10:12:21Z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0x0101006ED0BA50A4EEC94CACA27F9B20ACE144</vt:lpwstr>
  </property>
  <property fmtid="{D5CDD505-2E9C-101B-9397-08002B2CF9AE}" pid="3" name="MediaServiceImageTags">
    <vt:lpwstr/>
  </property>
</Properties>
</file>